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9" r:id="rId4"/>
    <p:sldMasterId id="2147484047" r:id="rId5"/>
  </p:sldMasterIdLst>
  <p:notesMasterIdLst>
    <p:notesMasterId r:id="rId10"/>
  </p:notesMasterIdLst>
  <p:handoutMasterIdLst>
    <p:handoutMasterId r:id="rId11"/>
  </p:handoutMasterIdLst>
  <p:sldIdLst>
    <p:sldId id="258" r:id="rId6"/>
    <p:sldId id="499" r:id="rId7"/>
    <p:sldId id="500" r:id="rId8"/>
    <p:sldId id="477" r:id="rId9"/>
  </p:sldIdLst>
  <p:sldSz cx="12188825" cy="6858000"/>
  <p:notesSz cx="7099300" cy="10234613"/>
  <p:defaultTextStyle>
    <a:defPPr marL="0" marR="0" indent="0" algn="l" defTabSz="457109"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1pPr>
    <a:lvl2pPr marL="0" marR="0" indent="114277"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2pPr>
    <a:lvl3pPr marL="0" marR="0" indent="228554"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3pPr>
    <a:lvl4pPr marL="0" marR="0" indent="342831"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4pPr>
    <a:lvl5pPr marL="0" marR="0" indent="457109"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5pPr>
    <a:lvl6pPr marL="0" marR="0" indent="571386"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6pPr>
    <a:lvl7pPr marL="0" marR="0" indent="685663"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7pPr>
    <a:lvl8pPr marL="0" marR="0" indent="799940"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8pPr>
    <a:lvl9pPr marL="0" marR="0" indent="914217" algn="ctr" defTabSz="412667" rtl="0" fontAlgn="auto" latinLnBrk="0" hangingPunct="0">
      <a:lnSpc>
        <a:spcPct val="100000"/>
      </a:lnSpc>
      <a:spcBef>
        <a:spcPts val="0"/>
      </a:spcBef>
      <a:spcAft>
        <a:spcPts val="0"/>
      </a:spcAft>
      <a:buClrTx/>
      <a:buSzTx/>
      <a:buFontTx/>
      <a:buNone/>
      <a:tabLst/>
      <a:defRPr kumimoji="0" sz="3200" b="0" i="1" u="none" strike="noStrike" cap="none" spc="0" normalizeH="0" baseline="0">
        <a:ln>
          <a:noFill/>
        </a:ln>
        <a:solidFill>
          <a:srgbClr val="75787B"/>
        </a:solidFill>
        <a:effectLst/>
        <a:uFillTx/>
        <a:latin typeface="Arial"/>
        <a:ea typeface="Arial"/>
        <a:cs typeface="Arial"/>
        <a:sym typeface="Arial"/>
      </a:defRPr>
    </a:lvl9pPr>
  </p:defaultTextStyle>
  <p:extLst>
    <p:ext uri="{EFAFB233-063F-42B5-8137-9DF3F51BA10A}">
      <p15:sldGuideLst xmlns:p15="http://schemas.microsoft.com/office/powerpoint/2012/main">
        <p15:guide id="1" orient="horz" pos="1174">
          <p15:clr>
            <a:srgbClr val="A4A3A4"/>
          </p15:clr>
        </p15:guide>
        <p15:guide id="2" pos="791" userDrawn="1">
          <p15:clr>
            <a:srgbClr val="A4A3A4"/>
          </p15:clr>
        </p15:guide>
        <p15:guide id="3" orient="horz" pos="1536" userDrawn="1">
          <p15:clr>
            <a:srgbClr val="A4A3A4"/>
          </p15:clr>
        </p15:guide>
        <p15:guide id="4" pos="3839" userDrawn="1">
          <p15:clr>
            <a:srgbClr val="A4A3A4"/>
          </p15:clr>
        </p15:guide>
        <p15:guide id="5" pos="57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000000"/>
    <a:srgbClr val="582C83"/>
    <a:srgbClr val="666666"/>
    <a:srgbClr val="CCCCCC"/>
    <a:srgbClr val="E6E6E6"/>
    <a:srgbClr val="333333"/>
    <a:srgbClr val="8E8A86"/>
    <a:srgbClr val="C7384F"/>
    <a:srgbClr val="C8C9C7"/>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firstRow>
  </a:tblStyle>
  <a:tblStyle styleId="{C7B018BB-80A7-4F77-B60F-C8B233D01FF8}" styleName="">
    <a:tblBg/>
    <a:wholeTbl>
      <a:tcTxStyle b="off" i="off">
        <a:font>
          <a:latin typeface="Helvetica Neue"/>
          <a:ea typeface="Helvetica Neue"/>
          <a:cs typeface="Helvetica Neue"/>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84E00"/>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firstRow>
  </a:tblStyle>
  <a:tblStyle styleId="{EEE7283C-3CF3-47DC-8721-378D4A62B228}" styleName="">
    <a:tblBg/>
    <a:wholeTbl>
      <a:tcTxStyle b="off" i="off">
        <a:font>
          <a:latin typeface="Helvetica Neue"/>
          <a:ea typeface="Helvetica Neue"/>
          <a:cs typeface="Helvetica Neue"/>
        </a:font>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firstRow>
  </a:tblStyle>
  <a:tblStyle styleId="{CF821DB8-F4EB-4A41-A1BA-3FCAFE7338EE}"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19728"/>
              <a:satOff val="5580"/>
              <a:lumOff val="-12961"/>
            </a:schemeClr>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firstRow>
  </a:tblStyle>
  <a:tblStyle styleId="{33BA23B1-9221-436E-865A-0063620EA4FD}" styleName="">
    <a:tblBg/>
    <a:wholeTbl>
      <a:tcTxStyle b="off" i="off">
        <a:font>
          <a:latin typeface="Helvetica Neue"/>
          <a:ea typeface="Helvetica Neue"/>
          <a:cs typeface="Helvetica Neue"/>
        </a:font>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98089"/>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firstRow>
  </a:tblStyle>
  <a:tblStyle styleId="{2708684C-4D16-4618-839F-0558EEFCDFE6}" styleName="">
    <a:tblBg/>
    <a:wholeTbl>
      <a:tcTxStyle b="off" i="off">
        <a:font>
          <a:latin typeface="Helvetica Neue"/>
          <a:ea typeface="Helvetica Neue"/>
          <a:cs typeface="Helvetica Neue"/>
        </a:font>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ff"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 styleId="{8F44A2F1-9E1F-4B54-A3A2-5F16C0AD49E2}"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64" autoAdjust="0"/>
    <p:restoredTop sz="87595" autoAdjust="0"/>
  </p:normalViewPr>
  <p:slideViewPr>
    <p:cSldViewPr snapToGrid="0" snapToObjects="1" showGuides="1">
      <p:cViewPr varScale="1">
        <p:scale>
          <a:sx n="139" d="100"/>
          <a:sy n="139" d="100"/>
        </p:scale>
        <p:origin x="906" y="126"/>
      </p:cViewPr>
      <p:guideLst>
        <p:guide orient="horz" pos="1174"/>
        <p:guide pos="791"/>
        <p:guide orient="horz" pos="1536"/>
        <p:guide pos="3839"/>
        <p:guide pos="575"/>
      </p:guideLst>
    </p:cSldViewPr>
  </p:slideViewPr>
  <p:outlineViewPr>
    <p:cViewPr>
      <p:scale>
        <a:sx n="33" d="100"/>
        <a:sy n="33" d="100"/>
      </p:scale>
      <p:origin x="0" y="-17312"/>
    </p:cViewPr>
  </p:outlineViewPr>
  <p:notesTextViewPr>
    <p:cViewPr>
      <p:scale>
        <a:sx n="3" d="2"/>
        <a:sy n="3" d="2"/>
      </p:scale>
      <p:origin x="0" y="0"/>
    </p:cViewPr>
  </p:notesTextViewPr>
  <p:sorterViewPr>
    <p:cViewPr>
      <p:scale>
        <a:sx n="154" d="100"/>
        <a:sy n="154" d="100"/>
      </p:scale>
      <p:origin x="0" y="0"/>
    </p:cViewPr>
  </p:sorterViewPr>
  <p:notesViewPr>
    <p:cSldViewPr snapToGrid="0" snapToObjects="1">
      <p:cViewPr varScale="1">
        <p:scale>
          <a:sx n="140" d="100"/>
          <a:sy n="140" d="100"/>
        </p:scale>
        <p:origin x="563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en-GB" i="0" dirty="0">
              <a:latin typeface="Arial Regular" charset="0"/>
              <a:ea typeface="Arial Regular" charset="0"/>
              <a:cs typeface="Arial Regular" charset="0"/>
            </a:endParaRPr>
          </a:p>
        </p:txBody>
      </p:sp>
      <p:sp>
        <p:nvSpPr>
          <p:cNvPr id="3" name="Date Placeholder 2"/>
          <p:cNvSpPr>
            <a:spLocks noGrp="1"/>
          </p:cNvSpPr>
          <p:nvPr>
            <p:ph type="dt" sz="quarter" idx="1"/>
          </p:nvPr>
        </p:nvSpPr>
        <p:spPr>
          <a:xfrm>
            <a:off x="4021294" y="0"/>
            <a:ext cx="3076363" cy="513508"/>
          </a:xfrm>
          <a:prstGeom prst="rect">
            <a:avLst/>
          </a:prstGeom>
        </p:spPr>
        <p:txBody>
          <a:bodyPr vert="horz" lIns="99048" tIns="49524" rIns="99048" bIns="49524" rtlCol="0"/>
          <a:lstStyle>
            <a:lvl1pPr algn="r">
              <a:defRPr sz="1300"/>
            </a:lvl1pPr>
          </a:lstStyle>
          <a:p>
            <a:fld id="{D8C3CDF2-FB84-4F85-89CC-1E944015EEFD}" type="datetimeFigureOut">
              <a:rPr lang="en-GB" i="0" smtClean="0">
                <a:latin typeface="Arial Regular" charset="0"/>
                <a:ea typeface="Arial Regular" charset="0"/>
                <a:cs typeface="Arial Regular" charset="0"/>
              </a:rPr>
              <a:pPr/>
              <a:t>03/06/2026</a:t>
            </a:fld>
            <a:endParaRPr lang="en-GB" i="0" dirty="0">
              <a:latin typeface="Arial Regular" charset="0"/>
              <a:ea typeface="Arial Regular" charset="0"/>
              <a:cs typeface="Arial Regular" charset="0"/>
            </a:endParaRPr>
          </a:p>
        </p:txBody>
      </p:sp>
      <p:sp>
        <p:nvSpPr>
          <p:cNvPr id="4" name="Footer Placeholder 3"/>
          <p:cNvSpPr>
            <a:spLocks noGrp="1"/>
          </p:cNvSpPr>
          <p:nvPr>
            <p:ph type="ftr" sz="quarter" idx="2"/>
          </p:nvPr>
        </p:nvSpPr>
        <p:spPr>
          <a:xfrm>
            <a:off x="0" y="9721107"/>
            <a:ext cx="3076363" cy="513507"/>
          </a:xfrm>
          <a:prstGeom prst="rect">
            <a:avLst/>
          </a:prstGeom>
        </p:spPr>
        <p:txBody>
          <a:bodyPr vert="horz" lIns="99048" tIns="49524" rIns="99048" bIns="49524" rtlCol="0" anchor="b"/>
          <a:lstStyle>
            <a:lvl1pPr algn="l">
              <a:defRPr sz="1300"/>
            </a:lvl1pPr>
          </a:lstStyle>
          <a:p>
            <a:endParaRPr lang="en-GB" i="0" dirty="0">
              <a:latin typeface="Arial Regular" charset="0"/>
              <a:ea typeface="Arial Regular" charset="0"/>
              <a:cs typeface="Arial Regular" charset="0"/>
            </a:endParaRPr>
          </a:p>
        </p:txBody>
      </p:sp>
      <p:sp>
        <p:nvSpPr>
          <p:cNvPr id="5" name="Slide Number Placeholder 4"/>
          <p:cNvSpPr>
            <a:spLocks noGrp="1"/>
          </p:cNvSpPr>
          <p:nvPr>
            <p:ph type="sldNum" sz="quarter" idx="3"/>
          </p:nvPr>
        </p:nvSpPr>
        <p:spPr>
          <a:xfrm>
            <a:off x="4021294" y="9721107"/>
            <a:ext cx="3076363" cy="513507"/>
          </a:xfrm>
          <a:prstGeom prst="rect">
            <a:avLst/>
          </a:prstGeom>
        </p:spPr>
        <p:txBody>
          <a:bodyPr vert="horz" lIns="99048" tIns="49524" rIns="99048" bIns="49524" rtlCol="0" anchor="b"/>
          <a:lstStyle>
            <a:lvl1pPr algn="r">
              <a:defRPr sz="1300"/>
            </a:lvl1pPr>
          </a:lstStyle>
          <a:p>
            <a:fld id="{4F48EF4C-DA84-4243-AE54-DC754598512C}" type="slidenum">
              <a:rPr lang="en-GB" i="0" smtClean="0">
                <a:latin typeface="Arial Regular" charset="0"/>
                <a:ea typeface="Arial Regular" charset="0"/>
                <a:cs typeface="Arial Regular" charset="0"/>
              </a:rPr>
              <a:pPr/>
              <a:t>‹#›</a:t>
            </a:fld>
            <a:endParaRPr lang="en-GB" i="0" dirty="0">
              <a:latin typeface="Arial Regular" charset="0"/>
              <a:ea typeface="Arial Regular" charset="0"/>
              <a:cs typeface="Arial Regular" charset="0"/>
            </a:endParaRPr>
          </a:p>
        </p:txBody>
      </p:sp>
    </p:spTree>
    <p:extLst>
      <p:ext uri="{BB962C8B-B14F-4D97-AF65-F5344CB8AC3E}">
        <p14:creationId xmlns:p14="http://schemas.microsoft.com/office/powerpoint/2010/main" val="36132041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41288" y="768350"/>
            <a:ext cx="6816725" cy="3836988"/>
          </a:xfrm>
          <a:prstGeom prst="rect">
            <a:avLst/>
          </a:prstGeom>
        </p:spPr>
        <p:txBody>
          <a:bodyPr lIns="99048" tIns="49524" rIns="99048" bIns="49524"/>
          <a:lstStyle/>
          <a:p>
            <a:endParaRPr/>
          </a:p>
        </p:txBody>
      </p:sp>
      <p:sp>
        <p:nvSpPr>
          <p:cNvPr id="117" name="Shape 117"/>
          <p:cNvSpPr>
            <a:spLocks noGrp="1"/>
          </p:cNvSpPr>
          <p:nvPr>
            <p:ph type="body" sz="quarter" idx="1"/>
          </p:nvPr>
        </p:nvSpPr>
        <p:spPr>
          <a:xfrm>
            <a:off x="946574" y="4861441"/>
            <a:ext cx="5206153" cy="4605576"/>
          </a:xfrm>
          <a:prstGeom prst="rect">
            <a:avLst/>
          </a:prstGeom>
        </p:spPr>
        <p:txBody>
          <a:bodyPr lIns="99048" tIns="49524" rIns="99048" bIns="49524"/>
          <a:lstStyle/>
          <a:p>
            <a:endParaRPr/>
          </a:p>
        </p:txBody>
      </p:sp>
    </p:spTree>
    <p:extLst>
      <p:ext uri="{BB962C8B-B14F-4D97-AF65-F5344CB8AC3E}">
        <p14:creationId xmlns:p14="http://schemas.microsoft.com/office/powerpoint/2010/main" val="4275557450"/>
      </p:ext>
    </p:extLst>
  </p:cSld>
  <p:clrMap bg1="lt1" tx1="dk1" bg2="lt2" tx2="dk2" accent1="accent1" accent2="accent2" accent3="accent3" accent4="accent4" accent5="accent5" accent6="accent6" hlink="hlink" folHlink="folHlink"/>
  <p:notesStyle>
    <a:lvl1pPr defTabSz="228554" latinLnBrk="0">
      <a:lnSpc>
        <a:spcPct val="117999"/>
      </a:lnSpc>
      <a:defRPr sz="1100">
        <a:latin typeface="Helvetica Neue"/>
        <a:ea typeface="Helvetica Neue"/>
        <a:cs typeface="Helvetica Neue"/>
        <a:sym typeface="Helvetica Neue"/>
      </a:defRPr>
    </a:lvl1pPr>
    <a:lvl2pPr indent="114277" defTabSz="228554" latinLnBrk="0">
      <a:lnSpc>
        <a:spcPct val="117999"/>
      </a:lnSpc>
      <a:defRPr sz="1100">
        <a:latin typeface="Helvetica Neue"/>
        <a:ea typeface="Helvetica Neue"/>
        <a:cs typeface="Helvetica Neue"/>
        <a:sym typeface="Helvetica Neue"/>
      </a:defRPr>
    </a:lvl2pPr>
    <a:lvl3pPr indent="228554" defTabSz="228554" latinLnBrk="0">
      <a:lnSpc>
        <a:spcPct val="117999"/>
      </a:lnSpc>
      <a:defRPr sz="1100">
        <a:latin typeface="Helvetica Neue"/>
        <a:ea typeface="Helvetica Neue"/>
        <a:cs typeface="Helvetica Neue"/>
        <a:sym typeface="Helvetica Neue"/>
      </a:defRPr>
    </a:lvl3pPr>
    <a:lvl4pPr indent="342831" defTabSz="228554" latinLnBrk="0">
      <a:lnSpc>
        <a:spcPct val="117999"/>
      </a:lnSpc>
      <a:defRPr sz="1100">
        <a:latin typeface="Helvetica Neue"/>
        <a:ea typeface="Helvetica Neue"/>
        <a:cs typeface="Helvetica Neue"/>
        <a:sym typeface="Helvetica Neue"/>
      </a:defRPr>
    </a:lvl4pPr>
    <a:lvl5pPr indent="457109" defTabSz="228554" latinLnBrk="0">
      <a:lnSpc>
        <a:spcPct val="117999"/>
      </a:lnSpc>
      <a:defRPr sz="1100">
        <a:latin typeface="Helvetica Neue"/>
        <a:ea typeface="Helvetica Neue"/>
        <a:cs typeface="Helvetica Neue"/>
        <a:sym typeface="Helvetica Neue"/>
      </a:defRPr>
    </a:lvl5pPr>
    <a:lvl6pPr indent="571386" defTabSz="228554" latinLnBrk="0">
      <a:lnSpc>
        <a:spcPct val="117999"/>
      </a:lnSpc>
      <a:defRPr sz="1100">
        <a:latin typeface="Helvetica Neue"/>
        <a:ea typeface="Helvetica Neue"/>
        <a:cs typeface="Helvetica Neue"/>
        <a:sym typeface="Helvetica Neue"/>
      </a:defRPr>
    </a:lvl6pPr>
    <a:lvl7pPr indent="685663" defTabSz="228554" latinLnBrk="0">
      <a:lnSpc>
        <a:spcPct val="117999"/>
      </a:lnSpc>
      <a:defRPr sz="1100">
        <a:latin typeface="Helvetica Neue"/>
        <a:ea typeface="Helvetica Neue"/>
        <a:cs typeface="Helvetica Neue"/>
        <a:sym typeface="Helvetica Neue"/>
      </a:defRPr>
    </a:lvl7pPr>
    <a:lvl8pPr indent="799940" defTabSz="228554" latinLnBrk="0">
      <a:lnSpc>
        <a:spcPct val="117999"/>
      </a:lnSpc>
      <a:defRPr sz="1100">
        <a:latin typeface="Helvetica Neue"/>
        <a:ea typeface="Helvetica Neue"/>
        <a:cs typeface="Helvetica Neue"/>
        <a:sym typeface="Helvetica Neue"/>
      </a:defRPr>
    </a:lvl8pPr>
    <a:lvl9pPr indent="914217" defTabSz="228554" latinLnBrk="0">
      <a:lnSpc>
        <a:spcPct val="117999"/>
      </a:lnSpc>
      <a:defRPr sz="11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92A93-8262-254D-8F5A-CE19795D22F6}" type="slidenum">
              <a:rPr kumimoji="0" lang="en-US" sz="1200" b="0" i="0" u="none" strike="noStrike" kern="1200" cap="none" spc="0" normalizeH="0" baseline="0" noProof="0" smtClean="0">
                <a:ln>
                  <a:noFill/>
                </a:ln>
                <a:solidFill>
                  <a:prstClr val="black"/>
                </a:solidFill>
                <a:effectLst/>
                <a:uLnTx/>
                <a:uFillTx/>
                <a:latin typeface="Sage Text"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age Text" panose="020F0502020204030204"/>
              <a:ea typeface="+mn-ea"/>
              <a:cs typeface="+mn-cs"/>
            </a:endParaRPr>
          </a:p>
        </p:txBody>
      </p:sp>
    </p:spTree>
    <p:extLst>
      <p:ext uri="{BB962C8B-B14F-4D97-AF65-F5344CB8AC3E}">
        <p14:creationId xmlns:p14="http://schemas.microsoft.com/office/powerpoint/2010/main" val="611633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73816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801096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ingle photo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BF7A-0630-3046-AB0B-AA90798E5CF5}"/>
              </a:ext>
            </a:extLst>
          </p:cNvPr>
          <p:cNvSpPr>
            <a:spLocks noGrp="1"/>
          </p:cNvSpPr>
          <p:nvPr>
            <p:ph type="ctrTitle" hasCustomPrompt="1"/>
          </p:nvPr>
        </p:nvSpPr>
        <p:spPr>
          <a:xfrm>
            <a:off x="420514" y="309832"/>
            <a:ext cx="5521538" cy="594360"/>
          </a:xfrm>
        </p:spPr>
        <p:txBody>
          <a:bodyPr anchor="t" anchorCtr="0">
            <a:noAutofit/>
          </a:bodyPr>
          <a:lstStyle>
            <a:lvl1pPr algn="l">
              <a:defRPr sz="4399"/>
            </a:lvl1pPr>
          </a:lstStyle>
          <a:p>
            <a:r>
              <a:rPr lang="en-US" dirty="0"/>
              <a:t>Click to edit master title style</a:t>
            </a:r>
          </a:p>
        </p:txBody>
      </p:sp>
      <p:sp>
        <p:nvSpPr>
          <p:cNvPr id="3" name="Subtitle 2">
            <a:extLst>
              <a:ext uri="{FF2B5EF4-FFF2-40B4-BE49-F238E27FC236}">
                <a16:creationId xmlns:a16="http://schemas.microsoft.com/office/drawing/2014/main" id="{007210F8-5BCD-D840-882A-065B74A9C8A6}"/>
              </a:ext>
            </a:extLst>
          </p:cNvPr>
          <p:cNvSpPr>
            <a:spLocks noGrp="1"/>
          </p:cNvSpPr>
          <p:nvPr>
            <p:ph type="subTitle" idx="1" hasCustomPrompt="1"/>
          </p:nvPr>
        </p:nvSpPr>
        <p:spPr>
          <a:xfrm>
            <a:off x="420514" y="2258568"/>
            <a:ext cx="3819456" cy="1243584"/>
          </a:xfrm>
        </p:spPr>
        <p:txBody>
          <a:bodyPr lIns="0" rIns="0" bIns="0">
            <a:noAutofit/>
          </a:bodyPr>
          <a:lstStyle>
            <a:lvl1pPr marL="0" indent="0" algn="l">
              <a:buNone/>
              <a:defRPr sz="1600" b="1">
                <a:solidFill>
                  <a:schemeClr val="tx2"/>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Click to edit master subtitle style</a:t>
            </a:r>
          </a:p>
        </p:txBody>
      </p:sp>
      <p:sp>
        <p:nvSpPr>
          <p:cNvPr id="7" name="Picture Placeholder 9">
            <a:extLst>
              <a:ext uri="{FF2B5EF4-FFF2-40B4-BE49-F238E27FC236}">
                <a16:creationId xmlns:a16="http://schemas.microsoft.com/office/drawing/2014/main" id="{DE10C209-2232-EC46-8B57-AF4A25DD5CA4}"/>
              </a:ext>
            </a:extLst>
          </p:cNvPr>
          <p:cNvSpPr>
            <a:spLocks noGrp="1"/>
          </p:cNvSpPr>
          <p:nvPr>
            <p:ph type="pic" sz="quarter" idx="13"/>
          </p:nvPr>
        </p:nvSpPr>
        <p:spPr>
          <a:xfrm>
            <a:off x="6253121" y="0"/>
            <a:ext cx="5961532"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10421"/>
              <a:gd name="connsiteY0" fmla="*/ 12 h 6848787"/>
              <a:gd name="connsiteX1" fmla="*/ 6002058 w 6010421"/>
              <a:gd name="connsiteY1" fmla="*/ 625251 h 6848787"/>
              <a:gd name="connsiteX2" fmla="*/ 6003938 w 6010421"/>
              <a:gd name="connsiteY2" fmla="*/ 6848787 h 6848787"/>
              <a:gd name="connsiteX3" fmla="*/ 1391658 w 6010421"/>
              <a:gd name="connsiteY3" fmla="*/ 6848787 h 6848787"/>
              <a:gd name="connsiteX4" fmla="*/ 4483 w 6010421"/>
              <a:gd name="connsiteY4" fmla="*/ 5213962 h 6848787"/>
              <a:gd name="connsiteX5" fmla="*/ 1308 w 6010421"/>
              <a:gd name="connsiteY5" fmla="*/ 12 h 6848787"/>
              <a:gd name="connsiteX0" fmla="*/ 1308 w 6009381"/>
              <a:gd name="connsiteY0" fmla="*/ 3411 h 6852186"/>
              <a:gd name="connsiteX1" fmla="*/ 5998874 w 6009381"/>
              <a:gd name="connsiteY1" fmla="*/ 0 h 6852186"/>
              <a:gd name="connsiteX2" fmla="*/ 6003938 w 6009381"/>
              <a:gd name="connsiteY2" fmla="*/ 6852186 h 6852186"/>
              <a:gd name="connsiteX3" fmla="*/ 1391658 w 6009381"/>
              <a:gd name="connsiteY3" fmla="*/ 6852186 h 6852186"/>
              <a:gd name="connsiteX4" fmla="*/ 4483 w 6009381"/>
              <a:gd name="connsiteY4" fmla="*/ 5217361 h 6852186"/>
              <a:gd name="connsiteX5" fmla="*/ 1308 w 6009381"/>
              <a:gd name="connsiteY5" fmla="*/ 3411 h 6852186"/>
              <a:gd name="connsiteX0" fmla="*/ 1308 w 6009381"/>
              <a:gd name="connsiteY0" fmla="*/ 3411 h 6852252"/>
              <a:gd name="connsiteX1" fmla="*/ 5998874 w 6009381"/>
              <a:gd name="connsiteY1" fmla="*/ 0 h 6852252"/>
              <a:gd name="connsiteX2" fmla="*/ 6003938 w 6009381"/>
              <a:gd name="connsiteY2" fmla="*/ 6852186 h 6852252"/>
              <a:gd name="connsiteX3" fmla="*/ 1391658 w 6009381"/>
              <a:gd name="connsiteY3" fmla="*/ 6852186 h 6852252"/>
              <a:gd name="connsiteX4" fmla="*/ 4483 w 6009381"/>
              <a:gd name="connsiteY4" fmla="*/ 5217361 h 6852252"/>
              <a:gd name="connsiteX5" fmla="*/ 1308 w 6009381"/>
              <a:gd name="connsiteY5" fmla="*/ 3411 h 6852252"/>
              <a:gd name="connsiteX0" fmla="*/ 1308 w 6009381"/>
              <a:gd name="connsiteY0" fmla="*/ 3411 h 6852194"/>
              <a:gd name="connsiteX1" fmla="*/ 5998874 w 6009381"/>
              <a:gd name="connsiteY1" fmla="*/ 0 h 6852194"/>
              <a:gd name="connsiteX2" fmla="*/ 6003938 w 6009381"/>
              <a:gd name="connsiteY2" fmla="*/ 6852186 h 6852194"/>
              <a:gd name="connsiteX3" fmla="*/ 1391658 w 6009381"/>
              <a:gd name="connsiteY3" fmla="*/ 6852186 h 6852194"/>
              <a:gd name="connsiteX4" fmla="*/ 4483 w 6009381"/>
              <a:gd name="connsiteY4" fmla="*/ 5217361 h 6852194"/>
              <a:gd name="connsiteX5" fmla="*/ 1308 w 6009381"/>
              <a:gd name="connsiteY5" fmla="*/ 3411 h 685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9381" h="6852194">
                <a:moveTo>
                  <a:pt x="1308" y="3411"/>
                </a:moveTo>
                <a:lnTo>
                  <a:pt x="5998874" y="0"/>
                </a:lnTo>
                <a:cubicBezTo>
                  <a:pt x="6006938" y="2835940"/>
                  <a:pt x="6015083" y="3744916"/>
                  <a:pt x="6003938" y="6852186"/>
                </a:cubicBezTo>
                <a:lnTo>
                  <a:pt x="1391658" y="6852186"/>
                </a:lnTo>
                <a:cubicBezTo>
                  <a:pt x="1101070" y="6853923"/>
                  <a:pt x="-62771" y="6593773"/>
                  <a:pt x="4483" y="5217361"/>
                </a:cubicBezTo>
                <a:cubicBezTo>
                  <a:pt x="-759" y="4021924"/>
                  <a:pt x="-809" y="1736103"/>
                  <a:pt x="1308" y="3411"/>
                </a:cubicBezTo>
                <a:close/>
              </a:path>
            </a:pathLst>
          </a:custGeom>
          <a:solidFill>
            <a:srgbClr val="CCCCCC">
              <a:alpha val="72170"/>
            </a:srgbClr>
          </a:solidFill>
        </p:spPr>
        <p:txBody>
          <a:bodyPr vert="horz" lIns="0" tIns="45720" rIns="0" bIns="0" rtlCol="0" anchor="ctr" anchorCtr="0">
            <a:noAutofit/>
          </a:bodyPr>
          <a:lstStyle>
            <a:lvl1pPr marL="0" indent="0" algn="ctr">
              <a:buNone/>
              <a:defRPr lang="en-US" sz="1800" dirty="0">
                <a:solidFill>
                  <a:schemeClr val="tx1"/>
                </a:solidFill>
              </a:defRPr>
            </a:lvl1pPr>
          </a:lstStyle>
          <a:p>
            <a:pPr lvl="0" algn="ctr"/>
            <a:r>
              <a:rPr lang="en-US"/>
              <a:t>Click icon to add picture</a:t>
            </a:r>
            <a:endParaRPr lang="en-US" dirty="0"/>
          </a:p>
        </p:txBody>
      </p:sp>
      <p:pic>
        <p:nvPicPr>
          <p:cNvPr id="8" name="Picture 7">
            <a:extLst>
              <a:ext uri="{FF2B5EF4-FFF2-40B4-BE49-F238E27FC236}">
                <a16:creationId xmlns:a16="http://schemas.microsoft.com/office/drawing/2014/main" id="{97F4CD83-135B-2B44-8A2B-2E62A41A0E23}"/>
              </a:ext>
            </a:extLst>
          </p:cNvPr>
          <p:cNvPicPr>
            <a:picLocks noChangeAspect="1"/>
          </p:cNvPicPr>
          <p:nvPr userDrawn="1"/>
        </p:nvPicPr>
        <p:blipFill>
          <a:blip r:embed="rId2"/>
          <a:srcRect/>
          <a:stretch/>
        </p:blipFill>
        <p:spPr>
          <a:xfrm>
            <a:off x="417590" y="6104446"/>
            <a:ext cx="880834" cy="493204"/>
          </a:xfrm>
          <a:prstGeom prst="rect">
            <a:avLst/>
          </a:prstGeom>
        </p:spPr>
      </p:pic>
    </p:spTree>
    <p:extLst>
      <p:ext uri="{BB962C8B-B14F-4D97-AF65-F5344CB8AC3E}">
        <p14:creationId xmlns:p14="http://schemas.microsoft.com/office/powerpoint/2010/main" val="3606294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Headline or Quote with visual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AD90-1AC3-0448-9612-8BFC6C08D10A}"/>
              </a:ext>
            </a:extLst>
          </p:cNvPr>
          <p:cNvSpPr>
            <a:spLocks noGrp="1"/>
          </p:cNvSpPr>
          <p:nvPr>
            <p:ph type="title" hasCustomPrompt="1"/>
          </p:nvPr>
        </p:nvSpPr>
        <p:spPr>
          <a:xfrm>
            <a:off x="411373" y="301486"/>
            <a:ext cx="5073599" cy="594360"/>
          </a:xfrm>
        </p:spPr>
        <p:txBody>
          <a:bodyPr anchor="t" anchorCtr="0"/>
          <a:lstStyle>
            <a:lvl1pPr>
              <a:lnSpc>
                <a:spcPct val="100000"/>
              </a:lnSpc>
              <a:defRPr>
                <a:solidFill>
                  <a:schemeClr val="bg1"/>
                </a:solidFill>
              </a:defRPr>
            </a:lvl1pPr>
          </a:lstStyle>
          <a:p>
            <a:r>
              <a:rPr lang="en-US" dirty="0"/>
              <a:t>Headline or Quote goes here. 3 lines preferred.</a:t>
            </a:r>
          </a:p>
        </p:txBody>
      </p:sp>
      <p:sp>
        <p:nvSpPr>
          <p:cNvPr id="3" name="Slide Number Placeholder 2">
            <a:extLst>
              <a:ext uri="{FF2B5EF4-FFF2-40B4-BE49-F238E27FC236}">
                <a16:creationId xmlns:a16="http://schemas.microsoft.com/office/drawing/2014/main" id="{087186B5-F5E1-8D4E-988F-DF5C4AFA22ED}"/>
              </a:ext>
            </a:extLst>
          </p:cNvPr>
          <p:cNvSpPr>
            <a:spLocks noGrp="1"/>
          </p:cNvSpPr>
          <p:nvPr>
            <p:ph type="sldNum" sz="quarter" idx="10"/>
          </p:nvPr>
        </p:nvSpPr>
        <p:spPr/>
        <p:txBody>
          <a:bodyPr/>
          <a:lstStyle/>
          <a:p>
            <a:r>
              <a:rPr lang="en-US"/>
              <a:t>Page </a:t>
            </a:r>
            <a:fld id="{888928BD-9DD5-4B49-B597-3FD2BD4272DD}" type="slidenum">
              <a:rPr smtClean="0"/>
              <a:pPr/>
              <a:t>‹#›</a:t>
            </a:fld>
            <a:endParaRPr dirty="0"/>
          </a:p>
        </p:txBody>
      </p:sp>
      <p:sp>
        <p:nvSpPr>
          <p:cNvPr id="6" name="Text Placeholder 5">
            <a:extLst>
              <a:ext uri="{FF2B5EF4-FFF2-40B4-BE49-F238E27FC236}">
                <a16:creationId xmlns:a16="http://schemas.microsoft.com/office/drawing/2014/main" id="{F1E7FD49-05EC-C04E-87AA-DAE7AFCD5D10}"/>
              </a:ext>
            </a:extLst>
          </p:cNvPr>
          <p:cNvSpPr>
            <a:spLocks noGrp="1"/>
          </p:cNvSpPr>
          <p:nvPr>
            <p:ph type="body" sz="quarter" idx="12" hasCustomPrompt="1"/>
          </p:nvPr>
        </p:nvSpPr>
        <p:spPr>
          <a:xfrm>
            <a:off x="411372" y="2324101"/>
            <a:ext cx="3047364" cy="761781"/>
          </a:xfrm>
        </p:spPr>
        <p:txBody>
          <a:bodyPr>
            <a:noAutofit/>
          </a:bodyPr>
          <a:lstStyle>
            <a:lvl1pPr marL="0" indent="0">
              <a:spcBef>
                <a:spcPts val="0"/>
              </a:spcBef>
              <a:buNone/>
              <a:defRPr sz="1600" b="0">
                <a:solidFill>
                  <a:schemeClr val="bg1"/>
                </a:solidFill>
              </a:defRPr>
            </a:lvl1pPr>
            <a:lvl2pPr marL="0" indent="0">
              <a:buNone/>
              <a:defRPr b="1">
                <a:solidFill>
                  <a:schemeClr val="accent1"/>
                </a:solidFill>
              </a:defRPr>
            </a:lvl2pPr>
            <a:lvl3pPr marL="342797" indent="0">
              <a:buNone/>
              <a:defRPr b="1">
                <a:solidFill>
                  <a:schemeClr val="accent1"/>
                </a:solidFill>
              </a:defRPr>
            </a:lvl3pPr>
            <a:lvl4pPr marL="688768" indent="0">
              <a:buNone/>
              <a:defRPr b="1">
                <a:solidFill>
                  <a:schemeClr val="accent1"/>
                </a:solidFill>
              </a:defRPr>
            </a:lvl4pPr>
            <a:lvl5pPr marL="1028391" indent="0">
              <a:buNone/>
              <a:defRPr b="1">
                <a:solidFill>
                  <a:schemeClr val="accent1"/>
                </a:solidFill>
              </a:defRPr>
            </a:lvl5pPr>
          </a:lstStyle>
          <a:p>
            <a:pPr lvl="0"/>
            <a:r>
              <a:rPr lang="en-US" dirty="0"/>
              <a:t>Headline or pull quote</a:t>
            </a:r>
          </a:p>
          <a:p>
            <a:pPr lvl="0"/>
            <a:r>
              <a:rPr lang="en-US" dirty="0"/>
              <a:t>Author attribution</a:t>
            </a:r>
          </a:p>
        </p:txBody>
      </p:sp>
      <p:pic>
        <p:nvPicPr>
          <p:cNvPr id="9" name="Picture 8">
            <a:extLst>
              <a:ext uri="{FF2B5EF4-FFF2-40B4-BE49-F238E27FC236}">
                <a16:creationId xmlns:a16="http://schemas.microsoft.com/office/drawing/2014/main" id="{93639A17-F7E3-484C-B5F3-C75350E8F415}"/>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6094413" y="436563"/>
            <a:ext cx="5432622" cy="6058951"/>
          </a:xfrm>
          <a:prstGeom prst="rect">
            <a:avLst/>
          </a:prstGeom>
        </p:spPr>
      </p:pic>
    </p:spTree>
    <p:extLst>
      <p:ext uri="{BB962C8B-B14F-4D97-AF65-F5344CB8AC3E}">
        <p14:creationId xmlns:p14="http://schemas.microsoft.com/office/powerpoint/2010/main" val="205458088"/>
      </p:ext>
    </p:extLst>
  </p:cSld>
  <p:clrMapOvr>
    <a:masterClrMapping/>
  </p:clrMapOvr>
  <p:extLst>
    <p:ext uri="{DCECCB84-F9BA-43D5-87BE-67443E8EF086}">
      <p15:sldGuideLst xmlns:p15="http://schemas.microsoft.com/office/powerpoint/2012/main">
        <p15:guide id="1" orient="horz" pos="960">
          <p15:clr>
            <a:srgbClr val="FBAE40"/>
          </p15:clr>
        </p15:guide>
        <p15:guide id="2" pos="3456">
          <p15:clr>
            <a:srgbClr val="FBAE40"/>
          </p15:clr>
        </p15:guide>
        <p15:guide id="3" orient="horz" pos="146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Headline and circular icons or photos (black)">
    <p:spTree>
      <p:nvGrpSpPr>
        <p:cNvPr id="1" name=""/>
        <p:cNvGrpSpPr/>
        <p:nvPr/>
      </p:nvGrpSpPr>
      <p:grpSpPr>
        <a:xfrm>
          <a:off x="0" y="0"/>
          <a:ext cx="0" cy="0"/>
          <a:chOff x="0" y="0"/>
          <a:chExt cx="0" cy="0"/>
        </a:xfrm>
      </p:grpSpPr>
      <p:sp>
        <p:nvSpPr>
          <p:cNvPr id="2" name="Title 1"/>
          <p:cNvSpPr>
            <a:spLocks noGrp="1"/>
          </p:cNvSpPr>
          <p:nvPr>
            <p:ph type="title"/>
          </p:nvPr>
        </p:nvSpPr>
        <p:spPr>
          <a:xfrm>
            <a:off x="411373" y="301486"/>
            <a:ext cx="5073599" cy="594360"/>
          </a:xfrm>
        </p:spPr>
        <p:txBody>
          <a:bodyPr/>
          <a:lstStyle>
            <a:lvl1pPr>
              <a:lnSpc>
                <a:spcPct val="100000"/>
              </a:lnSpc>
              <a:defRPr>
                <a:solidFill>
                  <a:schemeClr val="bg1"/>
                </a:solidFill>
              </a:defRPr>
            </a:lvl1pPr>
          </a:lstStyle>
          <a:p>
            <a:r>
              <a:rPr lang="en-US"/>
              <a:t>Click to edit Master title style</a:t>
            </a:r>
            <a:endParaRPr lang="en-US" dirty="0"/>
          </a:p>
        </p:txBody>
      </p:sp>
      <p:sp>
        <p:nvSpPr>
          <p:cNvPr id="5" name="Text Placeholder 4"/>
          <p:cNvSpPr>
            <a:spLocks noGrp="1"/>
          </p:cNvSpPr>
          <p:nvPr>
            <p:ph type="body" sz="quarter" idx="13"/>
          </p:nvPr>
        </p:nvSpPr>
        <p:spPr>
          <a:xfrm>
            <a:off x="6253121" y="499868"/>
            <a:ext cx="5516713" cy="1214633"/>
          </a:xfrm>
        </p:spPr>
        <p:txBody>
          <a:bodyPr/>
          <a:lstStyle>
            <a:lvl1pPr marL="0" indent="0">
              <a:buNone/>
              <a:defRPr lang="en-US" sz="2000" b="0" i="0" kern="1200" dirty="0" smtClean="0">
                <a:solidFill>
                  <a:schemeClr val="bg1"/>
                </a:solidFill>
                <a:latin typeface="Sage Text" panose="02010503040201060103" pitchFamily="2" charset="77"/>
                <a:ea typeface="+mn-ea"/>
                <a:cs typeface="+mn-cs"/>
              </a:defRPr>
            </a:lvl1pPr>
            <a:lvl2pPr marL="342797" indent="-342797">
              <a:defRPr lang="en-US" sz="2000" b="0" i="0" kern="1200" dirty="0" smtClean="0">
                <a:solidFill>
                  <a:schemeClr val="tx1"/>
                </a:solidFill>
                <a:latin typeface="Sage Text" panose="02010503040201060103" pitchFamily="2" charset="77"/>
                <a:ea typeface="+mn-ea"/>
                <a:cs typeface="+mn-cs"/>
              </a:defRPr>
            </a:lvl2pPr>
            <a:lvl3pPr marL="685594" indent="-342797">
              <a:defRPr lang="en-US" sz="1800" b="0" i="0" kern="1200" dirty="0" smtClean="0">
                <a:solidFill>
                  <a:schemeClr val="tx1"/>
                </a:solidFill>
                <a:latin typeface="Sage Text" panose="02010503040201060103" pitchFamily="2" charset="77"/>
                <a:ea typeface="+mn-ea"/>
                <a:cs typeface="+mn-cs"/>
              </a:defRPr>
            </a:lvl3pPr>
            <a:lvl4pPr marL="974433" indent="-285664">
              <a:defRPr lang="en-US" sz="1600" b="0" i="0" kern="1200" dirty="0" smtClean="0">
                <a:solidFill>
                  <a:schemeClr val="tx1"/>
                </a:solidFill>
                <a:latin typeface="Sage Text" panose="02010503040201060103" pitchFamily="2" charset="77"/>
                <a:ea typeface="+mn-ea"/>
                <a:cs typeface="+mn-cs"/>
              </a:defRPr>
            </a:lvl4pPr>
            <a:lvl5pPr marL="1314056" indent="-285664">
              <a:defRPr lang="en-US" sz="1400" b="0" i="0" kern="1200" dirty="0">
                <a:solidFill>
                  <a:schemeClr val="tx1"/>
                </a:solidFill>
                <a:latin typeface="Sage Text" panose="02010503040201060103" pitchFamily="2" charset="77"/>
                <a:ea typeface="+mn-ea"/>
                <a:cs typeface="+mn-cs"/>
              </a:defRPr>
            </a:lvl5pPr>
          </a:lstStyle>
          <a:p>
            <a:pPr lvl="0"/>
            <a:r>
              <a:rPr lang="en-US"/>
              <a:t>Click to edit Master text styles</a:t>
            </a:r>
          </a:p>
        </p:txBody>
      </p:sp>
      <p:sp>
        <p:nvSpPr>
          <p:cNvPr id="6" name="Picture Placeholder 5"/>
          <p:cNvSpPr>
            <a:spLocks noGrp="1" noChangeAspect="1"/>
          </p:cNvSpPr>
          <p:nvPr>
            <p:ph type="pic" sz="quarter" idx="14"/>
          </p:nvPr>
        </p:nvSpPr>
        <p:spPr>
          <a:xfrm>
            <a:off x="411056" y="2324100"/>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7" name="Picture Placeholder 5"/>
          <p:cNvSpPr>
            <a:spLocks noGrp="1" noChangeAspect="1"/>
          </p:cNvSpPr>
          <p:nvPr>
            <p:ph type="pic" sz="quarter" idx="15"/>
          </p:nvPr>
        </p:nvSpPr>
        <p:spPr>
          <a:xfrm>
            <a:off x="4227915" y="2324100"/>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8" name="Picture Placeholder 5"/>
          <p:cNvSpPr>
            <a:spLocks noGrp="1" noChangeAspect="1"/>
          </p:cNvSpPr>
          <p:nvPr>
            <p:ph type="pic" sz="quarter" idx="16"/>
          </p:nvPr>
        </p:nvSpPr>
        <p:spPr>
          <a:xfrm>
            <a:off x="2319486" y="2324100"/>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9" name="Picture Placeholder 5"/>
          <p:cNvSpPr>
            <a:spLocks noGrp="1" noChangeAspect="1"/>
          </p:cNvSpPr>
          <p:nvPr>
            <p:ph type="pic" sz="quarter" idx="17"/>
          </p:nvPr>
        </p:nvSpPr>
        <p:spPr>
          <a:xfrm>
            <a:off x="6136345" y="2324100"/>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10" name="Picture Placeholder 5"/>
          <p:cNvSpPr>
            <a:spLocks noGrp="1" noChangeAspect="1"/>
          </p:cNvSpPr>
          <p:nvPr>
            <p:ph type="pic" sz="quarter" idx="18"/>
          </p:nvPr>
        </p:nvSpPr>
        <p:spPr>
          <a:xfrm>
            <a:off x="9953207" y="2324100"/>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11" name="Picture Placeholder 5"/>
          <p:cNvSpPr>
            <a:spLocks noGrp="1" noChangeAspect="1"/>
          </p:cNvSpPr>
          <p:nvPr>
            <p:ph type="pic" sz="quarter" idx="19"/>
          </p:nvPr>
        </p:nvSpPr>
        <p:spPr>
          <a:xfrm>
            <a:off x="8044775" y="2324100"/>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18" name="Picture Placeholder 5"/>
          <p:cNvSpPr>
            <a:spLocks noGrp="1" noChangeAspect="1"/>
          </p:cNvSpPr>
          <p:nvPr>
            <p:ph type="pic" sz="quarter" idx="20"/>
          </p:nvPr>
        </p:nvSpPr>
        <p:spPr>
          <a:xfrm>
            <a:off x="411056" y="4208907"/>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19" name="Picture Placeholder 5"/>
          <p:cNvSpPr>
            <a:spLocks noGrp="1" noChangeAspect="1"/>
          </p:cNvSpPr>
          <p:nvPr>
            <p:ph type="pic" sz="quarter" idx="21"/>
          </p:nvPr>
        </p:nvSpPr>
        <p:spPr>
          <a:xfrm>
            <a:off x="4227915" y="4208907"/>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20" name="Picture Placeholder 5"/>
          <p:cNvSpPr>
            <a:spLocks noGrp="1" noChangeAspect="1"/>
          </p:cNvSpPr>
          <p:nvPr>
            <p:ph type="pic" sz="quarter" idx="22"/>
          </p:nvPr>
        </p:nvSpPr>
        <p:spPr>
          <a:xfrm>
            <a:off x="2319486" y="4208907"/>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21" name="Picture Placeholder 5"/>
          <p:cNvSpPr>
            <a:spLocks noGrp="1" noChangeAspect="1"/>
          </p:cNvSpPr>
          <p:nvPr>
            <p:ph type="pic" sz="quarter" idx="23"/>
          </p:nvPr>
        </p:nvSpPr>
        <p:spPr>
          <a:xfrm>
            <a:off x="6136345" y="4208907"/>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22" name="Picture Placeholder 5"/>
          <p:cNvSpPr>
            <a:spLocks noGrp="1" noChangeAspect="1"/>
          </p:cNvSpPr>
          <p:nvPr>
            <p:ph type="pic" sz="quarter" idx="24"/>
          </p:nvPr>
        </p:nvSpPr>
        <p:spPr>
          <a:xfrm>
            <a:off x="9953207" y="4208907"/>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23" name="Picture Placeholder 5"/>
          <p:cNvSpPr>
            <a:spLocks noGrp="1" noChangeAspect="1"/>
          </p:cNvSpPr>
          <p:nvPr>
            <p:ph type="pic" sz="quarter" idx="25"/>
          </p:nvPr>
        </p:nvSpPr>
        <p:spPr>
          <a:xfrm>
            <a:off x="8044775" y="4208907"/>
            <a:ext cx="1544934" cy="1545336"/>
          </a:xfrm>
          <a:prstGeom prst="ellipse">
            <a:avLst/>
          </a:prstGeom>
          <a:solidFill>
            <a:srgbClr val="CCCCCC">
              <a:alpha val="72000"/>
            </a:srgbClr>
          </a:solidFill>
        </p:spPr>
        <p:txBody>
          <a:bodyPr tIns="0" bIns="0" anchor="ctr" anchorCtr="0"/>
          <a:lstStyle>
            <a:lvl1pPr marL="0" indent="0" algn="ctr">
              <a:buNone/>
              <a:defRPr sz="1400">
                <a:solidFill>
                  <a:schemeClr val="tx1"/>
                </a:solidFill>
              </a:defRPr>
            </a:lvl1pPr>
          </a:lstStyle>
          <a:p>
            <a:pPr lvl="0"/>
            <a:r>
              <a:rPr lang="en-US" noProof="0"/>
              <a:t>Click icon to add picture</a:t>
            </a:r>
            <a:endParaRPr lang="en-US" noProof="0" dirty="0"/>
          </a:p>
        </p:txBody>
      </p:sp>
      <p:sp>
        <p:nvSpPr>
          <p:cNvPr id="3" name="Slide Number Placeholder 2">
            <a:extLst>
              <a:ext uri="{FF2B5EF4-FFF2-40B4-BE49-F238E27FC236}">
                <a16:creationId xmlns:a16="http://schemas.microsoft.com/office/drawing/2014/main" id="{56ECDF19-9721-1BAA-7DCD-1FB87748751E}"/>
              </a:ext>
            </a:extLst>
          </p:cNvPr>
          <p:cNvSpPr>
            <a:spLocks noGrp="1"/>
          </p:cNvSpPr>
          <p:nvPr>
            <p:ph type="sldNum" sz="quarter" idx="26"/>
          </p:nvPr>
        </p:nvSpPr>
        <p:spPr/>
        <p:txBody>
          <a:bodyPr/>
          <a:lstStyle>
            <a:lvl1pPr>
              <a:defRPr/>
            </a:lvl1pPr>
          </a:lstStyle>
          <a:p>
            <a:pPr>
              <a:defRPr/>
            </a:pPr>
            <a:r>
              <a:t>Page </a:t>
            </a:r>
            <a:fld id="{CD618213-A866-413B-B068-4DD9A4BAFB41}" type="slidenum">
              <a:rPr smtClean="0"/>
              <a:pPr>
                <a:defRPr/>
              </a:pPr>
              <a:t>‹#›</a:t>
            </a:fld>
            <a:endParaRPr dirty="0"/>
          </a:p>
        </p:txBody>
      </p:sp>
    </p:spTree>
    <p:extLst>
      <p:ext uri="{BB962C8B-B14F-4D97-AF65-F5344CB8AC3E}">
        <p14:creationId xmlns:p14="http://schemas.microsoft.com/office/powerpoint/2010/main" val="3230707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End slide Hero_S_Symbol Handshak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5D66-11C8-6647-8537-B75B474DD1A5}"/>
              </a:ext>
            </a:extLst>
          </p:cNvPr>
          <p:cNvSpPr>
            <a:spLocks noGrp="1"/>
          </p:cNvSpPr>
          <p:nvPr>
            <p:ph type="title" hasCustomPrompt="1"/>
          </p:nvPr>
        </p:nvSpPr>
        <p:spPr>
          <a:xfrm>
            <a:off x="3310790" y="6028161"/>
            <a:ext cx="5567246" cy="594360"/>
          </a:xfrm>
        </p:spPr>
        <p:txBody>
          <a:bodyPr anchor="ctr" anchorCtr="0"/>
          <a:lstStyle>
            <a:lvl1pPr algn="ctr">
              <a:defRPr sz="2799"/>
            </a:lvl1pPr>
          </a:lstStyle>
          <a:p>
            <a:r>
              <a:rPr lang="en-US"/>
              <a:t>End slide</a:t>
            </a:r>
          </a:p>
        </p:txBody>
      </p:sp>
      <p:pic>
        <p:nvPicPr>
          <p:cNvPr id="4" name="Picture 3">
            <a:extLst>
              <a:ext uri="{FF2B5EF4-FFF2-40B4-BE49-F238E27FC236}">
                <a16:creationId xmlns:a16="http://schemas.microsoft.com/office/drawing/2014/main" id="{BAB36327-468E-2848-BC8A-8AFD4F423200}"/>
              </a:ext>
            </a:extLst>
          </p:cNvPr>
          <p:cNvPicPr>
            <a:picLocks noChangeAspect="1"/>
          </p:cNvPicPr>
          <p:nvPr userDrawn="1"/>
        </p:nvPicPr>
        <p:blipFill>
          <a:blip r:embed="rId2"/>
          <a:srcRect/>
          <a:stretch/>
        </p:blipFill>
        <p:spPr>
          <a:xfrm>
            <a:off x="414452" y="6104446"/>
            <a:ext cx="880834" cy="493204"/>
          </a:xfrm>
          <a:prstGeom prst="rect">
            <a:avLst/>
          </a:prstGeom>
        </p:spPr>
      </p:pic>
      <p:sp>
        <p:nvSpPr>
          <p:cNvPr id="5" name="TextBox 4">
            <a:extLst>
              <a:ext uri="{FF2B5EF4-FFF2-40B4-BE49-F238E27FC236}">
                <a16:creationId xmlns:a16="http://schemas.microsoft.com/office/drawing/2014/main" id="{28329689-EA49-7C4C-BF3C-7F760C953082}"/>
              </a:ext>
            </a:extLst>
          </p:cNvPr>
          <p:cNvSpPr txBox="1"/>
          <p:nvPr userDrawn="1"/>
        </p:nvSpPr>
        <p:spPr>
          <a:xfrm>
            <a:off x="9090832" y="6130925"/>
            <a:ext cx="2679002" cy="491596"/>
          </a:xfrm>
          <a:prstGeom prst="rect">
            <a:avLst/>
          </a:prstGeom>
          <a:noFill/>
        </p:spPr>
        <p:txBody>
          <a:bodyPr wrap="square" lIns="0" tIns="0" rIns="0" bIns="0" rtlCol="0" anchor="ctr" anchorCtr="0">
            <a:noAutofit/>
          </a:bodyPr>
          <a:lstStyle/>
          <a:p>
            <a:pPr algn="r"/>
            <a:r>
              <a:rPr lang="en-US" sz="700" b="0" i="0" dirty="0">
                <a:solidFill>
                  <a:schemeClr val="tx2"/>
                </a:solidFill>
                <a:latin typeface="Sage Text" panose="02010503040201060103" pitchFamily="2" charset="77"/>
              </a:rPr>
              <a:t>© 2026 The Sage Group plc or its licensors. All rights reserved. Sage, Sage logos, and Sage product and service names mentioned herein are the trademarks of Sage Global Services Limited or its licensors. All other trademarks are the property of their respective owners.</a:t>
            </a:r>
          </a:p>
        </p:txBody>
      </p:sp>
      <p:pic>
        <p:nvPicPr>
          <p:cNvPr id="7" name="Picture 6">
            <a:extLst>
              <a:ext uri="{FF2B5EF4-FFF2-40B4-BE49-F238E27FC236}">
                <a16:creationId xmlns:a16="http://schemas.microsoft.com/office/drawing/2014/main" id="{AD408D42-1C4C-EF8B-466E-E670309E1C89}"/>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837440" y="443060"/>
            <a:ext cx="2683191" cy="5119540"/>
          </a:xfrm>
          <a:prstGeom prst="rect">
            <a:avLst/>
          </a:prstGeom>
        </p:spPr>
      </p:pic>
    </p:spTree>
    <p:extLst>
      <p:ext uri="{BB962C8B-B14F-4D97-AF65-F5344CB8AC3E}">
        <p14:creationId xmlns:p14="http://schemas.microsoft.com/office/powerpoint/2010/main" val="194334814"/>
      </p:ext>
    </p:extLst>
  </p:cSld>
  <p:clrMapOvr>
    <a:masterClrMapping/>
  </p:clrMapOvr>
  <p:extLst>
    <p:ext uri="{DCECCB84-F9BA-43D5-87BE-67443E8EF086}">
      <p15:sldGuideLst xmlns:p15="http://schemas.microsoft.com/office/powerpoint/2012/main">
        <p15:guide id="1" orient="horz" pos="1944">
          <p15:clr>
            <a:srgbClr val="FBAE40"/>
          </p15:clr>
        </p15:guide>
        <p15:guide id="2" orient="horz" pos="3672">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A79849-CEA9-954F-A7AC-4B237A8ABE65}"/>
              </a:ext>
            </a:extLst>
          </p:cNvPr>
          <p:cNvSpPr>
            <a:spLocks noGrp="1"/>
          </p:cNvSpPr>
          <p:nvPr>
            <p:ph type="title"/>
          </p:nvPr>
        </p:nvSpPr>
        <p:spPr>
          <a:xfrm>
            <a:off x="411373" y="356401"/>
            <a:ext cx="11363032" cy="59436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2C8FF8-7223-7E4E-B6DF-8223A5D803A5}"/>
              </a:ext>
            </a:extLst>
          </p:cNvPr>
          <p:cNvSpPr>
            <a:spLocks noGrp="1"/>
          </p:cNvSpPr>
          <p:nvPr>
            <p:ph type="body" idx="1"/>
          </p:nvPr>
        </p:nvSpPr>
        <p:spPr>
          <a:xfrm>
            <a:off x="418991" y="1714500"/>
            <a:ext cx="11350843" cy="4462463"/>
          </a:xfrm>
          <a:prstGeom prst="rect">
            <a:avLst/>
          </a:prstGeom>
        </p:spPr>
        <p:txBody>
          <a:bodyPr vert="horz" lIns="0" tIns="45720" rIns="0" bIns="45720" rtlCol="0">
            <a:noAutofit/>
          </a:bodyPr>
          <a:lstStyle/>
          <a:p>
            <a:pPr marL="0" lvl="0" indent="0" algn="l" defTabSz="228554" rtl="0" eaLnBrk="1" latinLnBrk="0" hangingPunct="1">
              <a:spcBef>
                <a:spcPts val="1200"/>
              </a:spcBef>
              <a:spcAft>
                <a:spcPts val="600"/>
              </a:spcAft>
              <a:buFont typeface="Sage Text" panose="02010503040201060103" pitchFamily="50" charset="0"/>
              <a:buNone/>
            </a:pPr>
            <a:r>
              <a:rPr lang="en-US"/>
              <a:t>Click to edit Master text styles</a:t>
            </a:r>
          </a:p>
          <a:p>
            <a:pPr marL="0" lvl="1" indent="0" algn="l" defTabSz="228554" rtl="0" eaLnBrk="1" latinLnBrk="0" hangingPunct="1">
              <a:spcBef>
                <a:spcPts val="1200"/>
              </a:spcBef>
              <a:spcAft>
                <a:spcPts val="600"/>
              </a:spcAft>
              <a:buFont typeface="Sage Text" panose="02010503040201060103" pitchFamily="50" charset="0"/>
              <a:buNone/>
            </a:pPr>
            <a:r>
              <a:rPr lang="en-US"/>
              <a:t>Second level</a:t>
            </a:r>
          </a:p>
          <a:p>
            <a:pPr marL="0" lvl="2" indent="0" algn="l" defTabSz="228554" rtl="0" eaLnBrk="1" latinLnBrk="0" hangingPunct="1">
              <a:spcBef>
                <a:spcPts val="1200"/>
              </a:spcBef>
              <a:spcAft>
                <a:spcPts val="600"/>
              </a:spcAft>
              <a:buFont typeface="Sage Text" panose="02010503040201060103" pitchFamily="50" charset="0"/>
              <a:buNone/>
            </a:pPr>
            <a:r>
              <a:rPr lang="en-US"/>
              <a:t>Third level</a:t>
            </a:r>
          </a:p>
          <a:p>
            <a:pPr marL="0" lvl="3" indent="0" algn="l" defTabSz="228554" rtl="0" eaLnBrk="1" latinLnBrk="0" hangingPunct="1">
              <a:spcBef>
                <a:spcPts val="1200"/>
              </a:spcBef>
              <a:spcAft>
                <a:spcPts val="600"/>
              </a:spcAft>
              <a:buFont typeface="Sage Text" panose="02010503040201060103" pitchFamily="50" charset="0"/>
              <a:buNone/>
            </a:pPr>
            <a:r>
              <a:rPr lang="en-US"/>
              <a:t>Fourth level</a:t>
            </a:r>
          </a:p>
          <a:p>
            <a:pPr marL="0" lvl="4" indent="0" algn="l" defTabSz="228554" rtl="0" eaLnBrk="1" latinLnBrk="0" hangingPunct="1">
              <a:spcBef>
                <a:spcPts val="1200"/>
              </a:spcBef>
              <a:spcAft>
                <a:spcPts val="600"/>
              </a:spcAft>
              <a:buFont typeface="Sage Text" panose="02010503040201060103" pitchFamily="50" charset="0"/>
              <a:buNone/>
            </a:pPr>
            <a:r>
              <a:rPr lang="en-US"/>
              <a:t>Fifth level</a:t>
            </a:r>
            <a:endParaRPr lang="en-US" dirty="0"/>
          </a:p>
        </p:txBody>
      </p:sp>
      <p:sp>
        <p:nvSpPr>
          <p:cNvPr id="6" name="Slide Number Placeholder 5">
            <a:extLst>
              <a:ext uri="{FF2B5EF4-FFF2-40B4-BE49-F238E27FC236}">
                <a16:creationId xmlns:a16="http://schemas.microsoft.com/office/drawing/2014/main" id="{E2C6E03B-B244-104E-BEF4-4E2FA17FAE7B}"/>
              </a:ext>
            </a:extLst>
          </p:cNvPr>
          <p:cNvSpPr>
            <a:spLocks noGrp="1"/>
          </p:cNvSpPr>
          <p:nvPr>
            <p:ph type="sldNum" sz="quarter" idx="4"/>
          </p:nvPr>
        </p:nvSpPr>
        <p:spPr>
          <a:xfrm>
            <a:off x="11030252" y="6363844"/>
            <a:ext cx="832395" cy="365125"/>
          </a:xfrm>
          <a:prstGeom prst="rect">
            <a:avLst/>
          </a:prstGeom>
        </p:spPr>
        <p:txBody>
          <a:bodyPr vert="horz" lIns="91440" tIns="45720" rIns="91440" bIns="45720" rtlCol="0" anchor="ctr"/>
          <a:lstStyle>
            <a:lvl1pPr marL="0" marR="0" indent="0" algn="r" defTabSz="412667" rtl="0" fontAlgn="auto" latinLnBrk="0" hangingPunct="0">
              <a:lnSpc>
                <a:spcPct val="100000"/>
              </a:lnSpc>
              <a:spcBef>
                <a:spcPts val="0"/>
              </a:spcBef>
              <a:spcAft>
                <a:spcPts val="0"/>
              </a:spcAft>
              <a:buClrTx/>
              <a:buSzTx/>
              <a:buFontTx/>
              <a:buNone/>
              <a:tabLst/>
              <a:defRPr kumimoji="0" lang="en-US" sz="900" b="0" i="0" u="none" strike="noStrike" cap="none" spc="0" normalizeH="0" baseline="0" smtClean="0">
                <a:ln>
                  <a:noFill/>
                </a:ln>
                <a:solidFill>
                  <a:schemeClr val="tx2"/>
                </a:solidFill>
                <a:effectLst/>
                <a:uFillTx/>
                <a:latin typeface="Sage Text Light" panose="02010303040201060103" pitchFamily="2" charset="77"/>
                <a:ea typeface="Sage Text" panose="02010503040201060103" pitchFamily="50" charset="0"/>
                <a:cs typeface="Sage Text" panose="02010503040201060103" pitchFamily="50" charset="0"/>
                <a:sym typeface="Sage Text" panose="02010503040201060103" pitchFamily="50" charset="0"/>
              </a:defRPr>
            </a:lvl1pPr>
          </a:lstStyle>
          <a:p>
            <a:r>
              <a:rPr lang="en-US"/>
              <a:t>Page </a:t>
            </a:r>
            <a:fld id="{888928BD-9DD5-4B49-B597-3FD2BD4272DD}" type="slidenum">
              <a:rPr smtClean="0"/>
              <a:pPr/>
              <a:t>‹#›</a:t>
            </a:fld>
            <a:endParaRPr dirty="0"/>
          </a:p>
        </p:txBody>
      </p:sp>
      <p:sp>
        <p:nvSpPr>
          <p:cNvPr id="9" name="TextBox 8">
            <a:extLst>
              <a:ext uri="{FF2B5EF4-FFF2-40B4-BE49-F238E27FC236}">
                <a16:creationId xmlns:a16="http://schemas.microsoft.com/office/drawing/2014/main" id="{BC2CB362-2A35-B340-BB2E-3C8352599C6A}"/>
              </a:ext>
            </a:extLst>
          </p:cNvPr>
          <p:cNvSpPr txBox="1"/>
          <p:nvPr userDrawn="1"/>
        </p:nvSpPr>
        <p:spPr>
          <a:xfrm>
            <a:off x="4494213" y="6434175"/>
            <a:ext cx="3200400" cy="230832"/>
          </a:xfrm>
          <a:prstGeom prst="rect">
            <a:avLst/>
          </a:prstGeom>
          <a:noFill/>
        </p:spPr>
        <p:txBody>
          <a:bodyPr wrap="square" lIns="0" rIns="0" rtlCol="0">
            <a:spAutoFit/>
          </a:bodyPr>
          <a:lstStyle/>
          <a:p>
            <a:pPr algn="ctr" defTabSz="412543" hangingPunct="0"/>
            <a:r>
              <a:rPr lang="en-GB" sz="900" kern="0" dirty="0">
                <a:solidFill>
                  <a:srgbClr val="00D638"/>
                </a:solidFill>
                <a:latin typeface="Sage Text Light" panose="02010303040201060103" pitchFamily="2" charset="77"/>
                <a:cs typeface="Sage Text" panose="02010503040201060103" pitchFamily="50" charset="0"/>
                <a:sym typeface="Sage Text" panose="02010503040201060103" pitchFamily="50" charset="0"/>
              </a:rPr>
              <a:t>© 2026 The Sage Group plc, or its licensors. All rights reserved.</a:t>
            </a:r>
          </a:p>
        </p:txBody>
      </p:sp>
      <p:pic>
        <p:nvPicPr>
          <p:cNvPr id="5" name="Picture 4">
            <a:extLst>
              <a:ext uri="{FF2B5EF4-FFF2-40B4-BE49-F238E27FC236}">
                <a16:creationId xmlns:a16="http://schemas.microsoft.com/office/drawing/2014/main" id="{2A6F7431-3582-7A10-E2B7-DD547DFCD1C4}"/>
              </a:ext>
            </a:extLst>
          </p:cNvPr>
          <p:cNvPicPr>
            <a:picLocks noChangeAspect="1"/>
          </p:cNvPicPr>
          <p:nvPr userDrawn="1"/>
        </p:nvPicPr>
        <p:blipFill>
          <a:blip r:embed="rId5"/>
          <a:srcRect/>
          <a:stretch/>
        </p:blipFill>
        <p:spPr>
          <a:xfrm>
            <a:off x="418991" y="6176963"/>
            <a:ext cx="880834" cy="493204"/>
          </a:xfrm>
          <a:prstGeom prst="rect">
            <a:avLst/>
          </a:prstGeom>
        </p:spPr>
      </p:pic>
    </p:spTree>
    <p:extLst>
      <p:ext uri="{BB962C8B-B14F-4D97-AF65-F5344CB8AC3E}">
        <p14:creationId xmlns:p14="http://schemas.microsoft.com/office/powerpoint/2010/main" val="799849383"/>
      </p:ext>
    </p:extLst>
  </p:cSld>
  <p:clrMap bg1="lt1" tx1="dk1" bg2="lt2" tx2="dk2" accent1="accent1" accent2="accent2" accent3="accent3" accent4="accent4" accent5="accent5" accent6="accent6" hlink="hlink" folHlink="folHlink"/>
  <p:sldLayoutIdLst>
    <p:sldLayoutId id="2147484030" r:id="rId1"/>
    <p:sldLayoutId id="2147484033" r:id="rId2"/>
    <p:sldLayoutId id="2147484054" r:id="rId3"/>
  </p:sldLayoutIdLst>
  <p:hf hdr="0" ftr="0" dt="0"/>
  <p:txStyles>
    <p:titleStyle>
      <a:lvl1pPr algn="l" defTabSz="914126" rtl="0" eaLnBrk="1" latinLnBrk="0" hangingPunct="1">
        <a:lnSpc>
          <a:spcPct val="90000"/>
        </a:lnSpc>
        <a:spcBef>
          <a:spcPct val="0"/>
        </a:spcBef>
        <a:buNone/>
        <a:defRPr sz="3999" b="0" i="0" kern="1200">
          <a:solidFill>
            <a:schemeClr val="bg1"/>
          </a:solidFill>
          <a:latin typeface="Sage Headline Black" panose="02010A03040201060103" pitchFamily="2" charset="77"/>
          <a:ea typeface="+mj-ea"/>
          <a:cs typeface="+mj-cs"/>
        </a:defRPr>
      </a:lvl1pPr>
    </p:titleStyle>
    <p:bodyStyle>
      <a:lvl1pPr marL="228531" indent="-228531" algn="l" defTabSz="914126" rtl="0" eaLnBrk="1" latinLnBrk="0" hangingPunct="1">
        <a:lnSpc>
          <a:spcPct val="100000"/>
        </a:lnSpc>
        <a:spcBef>
          <a:spcPts val="1000"/>
        </a:spcBef>
        <a:buFont typeface="Sage Text" panose="02010503040201060103" pitchFamily="50" charset="0"/>
        <a:buChar char="•"/>
        <a:defRPr lang="en-US" sz="2000" b="0" i="0" kern="1200" dirty="0" smtClean="0">
          <a:solidFill>
            <a:schemeClr val="bg1"/>
          </a:solidFill>
          <a:latin typeface="Sage Text" panose="02010503040201060103" pitchFamily="2" charset="77"/>
          <a:ea typeface="+mn-ea"/>
          <a:cs typeface="+mn-cs"/>
        </a:defRPr>
      </a:lvl1pPr>
      <a:lvl2pPr marL="342797" indent="-342797" algn="l" defTabSz="914126" rtl="0" eaLnBrk="1" latinLnBrk="0" hangingPunct="1">
        <a:lnSpc>
          <a:spcPct val="100000"/>
        </a:lnSpc>
        <a:spcBef>
          <a:spcPts val="500"/>
        </a:spcBef>
        <a:buFont typeface="Sage Text" panose="02010503040201060103" pitchFamily="50" charset="0"/>
        <a:buChar char="•"/>
        <a:defRPr lang="en-US" sz="2000" b="0" i="0" kern="1200" dirty="0" smtClean="0">
          <a:solidFill>
            <a:schemeClr val="bg1"/>
          </a:solidFill>
          <a:latin typeface="Sage Text" panose="02010503040201060103" pitchFamily="2" charset="77"/>
          <a:ea typeface="+mn-ea"/>
          <a:cs typeface="+mn-cs"/>
        </a:defRPr>
      </a:lvl2pPr>
      <a:lvl3pPr marL="685594" indent="-342797" algn="l" defTabSz="914126" rtl="0" eaLnBrk="1" latinLnBrk="0" hangingPunct="1">
        <a:lnSpc>
          <a:spcPct val="100000"/>
        </a:lnSpc>
        <a:spcBef>
          <a:spcPts val="500"/>
        </a:spcBef>
        <a:buFont typeface="Sage Text" panose="02010503040201060103" pitchFamily="50" charset="0"/>
        <a:buChar char="•"/>
        <a:defRPr lang="en-US" sz="1800" b="0" i="0" kern="1200" dirty="0" smtClean="0">
          <a:solidFill>
            <a:schemeClr val="bg1"/>
          </a:solidFill>
          <a:latin typeface="Sage Text" panose="02010503040201060103" pitchFamily="2" charset="77"/>
          <a:ea typeface="+mn-ea"/>
          <a:cs typeface="+mn-cs"/>
        </a:defRPr>
      </a:lvl3pPr>
      <a:lvl4pPr marL="974433" indent="-285664" algn="l" defTabSz="914126" rtl="0" eaLnBrk="1" latinLnBrk="0" hangingPunct="1">
        <a:lnSpc>
          <a:spcPct val="100000"/>
        </a:lnSpc>
        <a:spcBef>
          <a:spcPts val="500"/>
        </a:spcBef>
        <a:buFont typeface="Sage Text" panose="02010503040201060103" pitchFamily="50" charset="0"/>
        <a:buChar char="•"/>
        <a:defRPr lang="en-US" sz="1600" b="0" i="0" kern="1200" dirty="0" smtClean="0">
          <a:solidFill>
            <a:schemeClr val="bg1"/>
          </a:solidFill>
          <a:latin typeface="Sage Text" panose="02010503040201060103" pitchFamily="2" charset="77"/>
          <a:ea typeface="+mn-ea"/>
          <a:cs typeface="+mn-cs"/>
        </a:defRPr>
      </a:lvl4pPr>
      <a:lvl5pPr marL="1314056" indent="-285664" algn="l" defTabSz="914126" rtl="0" eaLnBrk="1" latinLnBrk="0" hangingPunct="1">
        <a:lnSpc>
          <a:spcPct val="100000"/>
        </a:lnSpc>
        <a:spcBef>
          <a:spcPts val="500"/>
        </a:spcBef>
        <a:buFont typeface="Sage Text" panose="02010503040201060103" pitchFamily="50" charset="0"/>
        <a:buChar char="•"/>
        <a:defRPr lang="en-US" sz="1400" b="0" i="0" kern="1200" dirty="0">
          <a:solidFill>
            <a:schemeClr val="bg1"/>
          </a:solidFill>
          <a:latin typeface="Sage Text" panose="02010503040201060103" pitchFamily="2" charset="77"/>
          <a:ea typeface="+mn-ea"/>
          <a:cs typeface="+mn-cs"/>
        </a:defRPr>
      </a:lvl5pPr>
      <a:lvl6pPr marL="2513846" indent="-228531" algn="l" defTabSz="914126" rtl="0" eaLnBrk="1" latinLnBrk="0" hangingPunct="1">
        <a:lnSpc>
          <a:spcPct val="90000"/>
        </a:lnSpc>
        <a:spcBef>
          <a:spcPts val="500"/>
        </a:spcBef>
        <a:buFont typeface="Sage Text" panose="02010503040201060103" pitchFamily="50"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Sage Text" panose="02010503040201060103" pitchFamily="50"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Sage Text" panose="02010503040201060103" pitchFamily="50"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Sage Text" panose="02010503040201060103" pitchFamily="50"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264">
          <p15:clr>
            <a:srgbClr val="F26B43"/>
          </p15:clr>
        </p15:guide>
        <p15:guide id="3" pos="7416">
          <p15:clr>
            <a:srgbClr val="F26B43"/>
          </p15:clr>
        </p15:guide>
        <p15:guide id="4" pos="3048">
          <p15:clr>
            <a:srgbClr val="F26B43"/>
          </p15:clr>
        </p15:guide>
        <p15:guide id="5" pos="3744">
          <p15:clr>
            <a:srgbClr val="F26B43"/>
          </p15:clr>
        </p15:guide>
        <p15:guide id="6" orient="horz" pos="504">
          <p15:clr>
            <a:srgbClr val="F26B43"/>
          </p15:clr>
        </p15:guide>
        <p15:guide id="7" orient="horz" pos="888">
          <p15:clr>
            <a:srgbClr val="F26B43"/>
          </p15:clr>
        </p15:guide>
        <p15:guide id="8" orient="horz" pos="1080">
          <p15:clr>
            <a:srgbClr val="F26B43"/>
          </p15:clr>
        </p15:guide>
        <p15:guide id="9" orient="horz" pos="3912">
          <p15:clr>
            <a:srgbClr val="F26B43"/>
          </p15:clr>
        </p15:guide>
        <p15:guide id="10" orient="horz" pos="4152">
          <p15:clr>
            <a:srgbClr val="F26B43"/>
          </p15:clr>
        </p15:guide>
        <p15:guide id="11" orient="horz" pos="3504">
          <p15:clr>
            <a:srgbClr val="F26B43"/>
          </p15:clr>
        </p15:guide>
        <p15:guide id="12" pos="39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A79849-CEA9-954F-A7AC-4B237A8ABE65}"/>
              </a:ext>
            </a:extLst>
          </p:cNvPr>
          <p:cNvSpPr>
            <a:spLocks noGrp="1"/>
          </p:cNvSpPr>
          <p:nvPr>
            <p:ph type="title"/>
          </p:nvPr>
        </p:nvSpPr>
        <p:spPr>
          <a:xfrm>
            <a:off x="411373" y="356401"/>
            <a:ext cx="11363032" cy="59436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7F2C8FF8-7223-7E4E-B6DF-8223A5D803A5}"/>
              </a:ext>
            </a:extLst>
          </p:cNvPr>
          <p:cNvSpPr>
            <a:spLocks noGrp="1"/>
          </p:cNvSpPr>
          <p:nvPr>
            <p:ph type="body" idx="1"/>
          </p:nvPr>
        </p:nvSpPr>
        <p:spPr>
          <a:xfrm>
            <a:off x="418991" y="1714500"/>
            <a:ext cx="11350843" cy="4462463"/>
          </a:xfrm>
          <a:prstGeom prst="rect">
            <a:avLst/>
          </a:prstGeom>
        </p:spPr>
        <p:txBody>
          <a:bodyPr vert="horz" lIns="0" tIns="45720" rIns="0" bIns="45720" rtlCol="0">
            <a:noAutofit/>
          </a:bodyPr>
          <a:lstStyle/>
          <a:p>
            <a:pPr marL="0" lvl="0" indent="0" algn="l" defTabSz="228554" rtl="0" eaLnBrk="1" latinLnBrk="0" hangingPunct="1">
              <a:spcBef>
                <a:spcPts val="1200"/>
              </a:spcBef>
              <a:spcAft>
                <a:spcPts val="600"/>
              </a:spcAft>
              <a:buFont typeface="Sage Text" panose="02010503040201060103" pitchFamily="50" charset="0"/>
              <a:buNone/>
            </a:pPr>
            <a:r>
              <a:rPr lang="en-US"/>
              <a:t>Click to edit Master text styles</a:t>
            </a:r>
          </a:p>
          <a:p>
            <a:pPr marL="0" lvl="1" indent="0" algn="l" defTabSz="228554" rtl="0" eaLnBrk="1" latinLnBrk="0" hangingPunct="1">
              <a:spcBef>
                <a:spcPts val="1200"/>
              </a:spcBef>
              <a:spcAft>
                <a:spcPts val="600"/>
              </a:spcAft>
              <a:buFont typeface="Sage Text" panose="02010503040201060103" pitchFamily="50" charset="0"/>
              <a:buNone/>
            </a:pPr>
            <a:r>
              <a:rPr lang="en-US"/>
              <a:t>Second level</a:t>
            </a:r>
          </a:p>
          <a:p>
            <a:pPr marL="0" lvl="2" indent="0" algn="l" defTabSz="228554" rtl="0" eaLnBrk="1" latinLnBrk="0" hangingPunct="1">
              <a:spcBef>
                <a:spcPts val="1200"/>
              </a:spcBef>
              <a:spcAft>
                <a:spcPts val="600"/>
              </a:spcAft>
              <a:buFont typeface="Sage Text" panose="02010503040201060103" pitchFamily="50" charset="0"/>
              <a:buNone/>
            </a:pPr>
            <a:r>
              <a:rPr lang="en-US"/>
              <a:t>Third level</a:t>
            </a:r>
          </a:p>
          <a:p>
            <a:pPr marL="0" lvl="3" indent="0" algn="l" defTabSz="228554" rtl="0" eaLnBrk="1" latinLnBrk="0" hangingPunct="1">
              <a:spcBef>
                <a:spcPts val="1200"/>
              </a:spcBef>
              <a:spcAft>
                <a:spcPts val="600"/>
              </a:spcAft>
              <a:buFont typeface="Sage Text" panose="02010503040201060103" pitchFamily="50" charset="0"/>
              <a:buNone/>
            </a:pPr>
            <a:r>
              <a:rPr lang="en-US"/>
              <a:t>Fourth level</a:t>
            </a:r>
          </a:p>
          <a:p>
            <a:pPr marL="0" lvl="4" indent="0" algn="l" defTabSz="228554" rtl="0" eaLnBrk="1" latinLnBrk="0" hangingPunct="1">
              <a:spcBef>
                <a:spcPts val="1200"/>
              </a:spcBef>
              <a:spcAft>
                <a:spcPts val="600"/>
              </a:spcAft>
              <a:buFont typeface="Sage Text" panose="02010503040201060103" pitchFamily="50" charset="0"/>
              <a:buNone/>
            </a:pPr>
            <a:r>
              <a:rPr lang="en-US"/>
              <a:t>Fifth level</a:t>
            </a:r>
          </a:p>
        </p:txBody>
      </p:sp>
      <p:sp>
        <p:nvSpPr>
          <p:cNvPr id="6" name="Slide Number Placeholder 5">
            <a:extLst>
              <a:ext uri="{FF2B5EF4-FFF2-40B4-BE49-F238E27FC236}">
                <a16:creationId xmlns:a16="http://schemas.microsoft.com/office/drawing/2014/main" id="{E2C6E03B-B244-104E-BEF4-4E2FA17FAE7B}"/>
              </a:ext>
            </a:extLst>
          </p:cNvPr>
          <p:cNvSpPr>
            <a:spLocks noGrp="1"/>
          </p:cNvSpPr>
          <p:nvPr>
            <p:ph type="sldNum" sz="quarter" idx="4"/>
          </p:nvPr>
        </p:nvSpPr>
        <p:spPr>
          <a:xfrm>
            <a:off x="11030252" y="6363844"/>
            <a:ext cx="832395" cy="365125"/>
          </a:xfrm>
          <a:prstGeom prst="rect">
            <a:avLst/>
          </a:prstGeom>
        </p:spPr>
        <p:txBody>
          <a:bodyPr vert="horz" lIns="91440" tIns="45720" rIns="91440" bIns="45720" rtlCol="0" anchor="ctr"/>
          <a:lstStyle>
            <a:lvl1pPr marL="0" marR="0" indent="0" algn="r" defTabSz="412667" rtl="0" fontAlgn="auto" latinLnBrk="0" hangingPunct="0">
              <a:lnSpc>
                <a:spcPct val="100000"/>
              </a:lnSpc>
              <a:spcBef>
                <a:spcPts val="0"/>
              </a:spcBef>
              <a:spcAft>
                <a:spcPts val="0"/>
              </a:spcAft>
              <a:buClrTx/>
              <a:buSzTx/>
              <a:buFontTx/>
              <a:buNone/>
              <a:tabLst/>
              <a:defRPr kumimoji="0" lang="en-US" sz="900" b="0" i="0" u="none" strike="noStrike" cap="none" spc="0" normalizeH="0" baseline="0" smtClean="0">
                <a:ln>
                  <a:noFill/>
                </a:ln>
                <a:solidFill>
                  <a:schemeClr val="tx2"/>
                </a:solidFill>
                <a:effectLst/>
                <a:uFillTx/>
                <a:latin typeface="Sage Text Light" panose="02010303040201060103" pitchFamily="2" charset="77"/>
                <a:ea typeface="Sage Text" panose="02010503040201060103" pitchFamily="50" charset="0"/>
                <a:cs typeface="Sage Text" panose="02010503040201060103" pitchFamily="50" charset="0"/>
                <a:sym typeface="Sage Text" panose="02010503040201060103" pitchFamily="50" charset="0"/>
              </a:defRPr>
            </a:lvl1pPr>
          </a:lstStyle>
          <a:p>
            <a:r>
              <a:rPr lang="en-US"/>
              <a:t>Page </a:t>
            </a:r>
            <a:fld id="{888928BD-9DD5-4B49-B597-3FD2BD4272DD}" type="slidenum">
              <a:rPr smtClean="0"/>
              <a:pPr/>
              <a:t>‹#›</a:t>
            </a:fld>
            <a:endParaRPr/>
          </a:p>
        </p:txBody>
      </p:sp>
      <p:pic>
        <p:nvPicPr>
          <p:cNvPr id="7" name="Picture 6">
            <a:extLst>
              <a:ext uri="{FF2B5EF4-FFF2-40B4-BE49-F238E27FC236}">
                <a16:creationId xmlns:a16="http://schemas.microsoft.com/office/drawing/2014/main" id="{2279AB74-5C78-464A-8D7C-9E04A80E796E}"/>
              </a:ext>
            </a:extLst>
          </p:cNvPr>
          <p:cNvPicPr>
            <a:picLocks noChangeAspect="1"/>
          </p:cNvPicPr>
          <p:nvPr userDrawn="1"/>
        </p:nvPicPr>
        <p:blipFill>
          <a:blip r:embed="rId3"/>
          <a:srcRect/>
          <a:stretch/>
        </p:blipFill>
        <p:spPr>
          <a:xfrm>
            <a:off x="417590" y="6364151"/>
            <a:ext cx="596995" cy="334275"/>
          </a:xfrm>
          <a:prstGeom prst="rect">
            <a:avLst/>
          </a:prstGeom>
        </p:spPr>
      </p:pic>
      <p:sp>
        <p:nvSpPr>
          <p:cNvPr id="9" name="TextBox 8">
            <a:extLst>
              <a:ext uri="{FF2B5EF4-FFF2-40B4-BE49-F238E27FC236}">
                <a16:creationId xmlns:a16="http://schemas.microsoft.com/office/drawing/2014/main" id="{BC2CB362-2A35-B340-BB2E-3C8352599C6A}"/>
              </a:ext>
            </a:extLst>
          </p:cNvPr>
          <p:cNvSpPr txBox="1"/>
          <p:nvPr userDrawn="1"/>
        </p:nvSpPr>
        <p:spPr>
          <a:xfrm>
            <a:off x="4494213" y="6292500"/>
            <a:ext cx="3200400" cy="369332"/>
          </a:xfrm>
          <a:prstGeom prst="rect">
            <a:avLst/>
          </a:prstGeom>
          <a:noFill/>
        </p:spPr>
        <p:txBody>
          <a:bodyPr wrap="square" lIns="0" rIns="0" rtlCol="0" anchor="b" anchorCtr="0">
            <a:spAutoFit/>
          </a:bodyPr>
          <a:lstStyle/>
          <a:p>
            <a:pPr algn="ctr" defTabSz="412543" hangingPunct="0"/>
            <a:endParaRPr lang="en-GB" sz="900" kern="0" dirty="0">
              <a:solidFill>
                <a:srgbClr val="00D638"/>
              </a:solidFill>
              <a:latin typeface="Sage Text Light" panose="02010303040201060103" pitchFamily="2" charset="77"/>
              <a:cs typeface="Sage Text" panose="02010503040201060103" pitchFamily="50" charset="0"/>
              <a:sym typeface="Sage Text" panose="02010503040201060103" pitchFamily="50" charset="0"/>
            </a:endParaRPr>
          </a:p>
          <a:p>
            <a:pPr algn="ctr" defTabSz="412543" hangingPunct="0"/>
            <a:r>
              <a:rPr lang="en-GB" sz="900" kern="0" dirty="0">
                <a:solidFill>
                  <a:srgbClr val="00D638"/>
                </a:solidFill>
                <a:latin typeface="Sage Text Light" panose="02010303040201060103" pitchFamily="2" charset="77"/>
                <a:cs typeface="Sage Text" panose="02010503040201060103" pitchFamily="50" charset="0"/>
                <a:sym typeface="Sage Text" panose="02010503040201060103" pitchFamily="50" charset="0"/>
              </a:rPr>
              <a:t>© 2026 The Sage Group plc, or its licensors. All rights reserved.</a:t>
            </a:r>
          </a:p>
        </p:txBody>
      </p:sp>
    </p:spTree>
    <p:extLst>
      <p:ext uri="{BB962C8B-B14F-4D97-AF65-F5344CB8AC3E}">
        <p14:creationId xmlns:p14="http://schemas.microsoft.com/office/powerpoint/2010/main" val="2610878496"/>
      </p:ext>
    </p:extLst>
  </p:cSld>
  <p:clrMap bg1="lt1" tx1="dk1" bg2="lt2" tx2="dk2" accent1="accent1" accent2="accent2" accent3="accent3" accent4="accent4" accent5="accent5" accent6="accent6" hlink="hlink" folHlink="folHlink"/>
  <p:sldLayoutIdLst>
    <p:sldLayoutId id="2147484053" r:id="rId1"/>
  </p:sldLayoutIdLst>
  <p:hf hdr="0" ftr="0" dt="0"/>
  <p:txStyles>
    <p:titleStyle>
      <a:lvl1pPr algn="l" defTabSz="914126" rtl="0" eaLnBrk="1" latinLnBrk="0" hangingPunct="1">
        <a:lnSpc>
          <a:spcPct val="90000"/>
        </a:lnSpc>
        <a:spcBef>
          <a:spcPct val="0"/>
        </a:spcBef>
        <a:buNone/>
        <a:defRPr sz="3999" b="0" i="0" kern="1200">
          <a:solidFill>
            <a:schemeClr val="bg1"/>
          </a:solidFill>
          <a:latin typeface="Sage Headline Black" panose="02010A03040201060103" pitchFamily="2" charset="77"/>
          <a:ea typeface="+mj-ea"/>
          <a:cs typeface="+mj-cs"/>
        </a:defRPr>
      </a:lvl1pPr>
    </p:titleStyle>
    <p:bodyStyle>
      <a:lvl1pPr marL="228531" indent="-228531" algn="l" defTabSz="914126" rtl="0" eaLnBrk="1" latinLnBrk="0" hangingPunct="1">
        <a:lnSpc>
          <a:spcPct val="100000"/>
        </a:lnSpc>
        <a:spcBef>
          <a:spcPts val="1000"/>
        </a:spcBef>
        <a:buFont typeface="Sage Text" panose="02010503040201060103" pitchFamily="50" charset="0"/>
        <a:buChar char="•"/>
        <a:defRPr lang="en-US" sz="2000" b="0" i="0" kern="1200" dirty="0" smtClean="0">
          <a:solidFill>
            <a:schemeClr val="bg1"/>
          </a:solidFill>
          <a:latin typeface="Sage Text" panose="02010503040201060103" pitchFamily="2" charset="77"/>
          <a:ea typeface="+mn-ea"/>
          <a:cs typeface="+mn-cs"/>
        </a:defRPr>
      </a:lvl1pPr>
      <a:lvl2pPr marL="342797" indent="-342797" algn="l" defTabSz="914126" rtl="0" eaLnBrk="1" latinLnBrk="0" hangingPunct="1">
        <a:lnSpc>
          <a:spcPct val="100000"/>
        </a:lnSpc>
        <a:spcBef>
          <a:spcPts val="500"/>
        </a:spcBef>
        <a:buFont typeface="Sage Text" panose="02010503040201060103" pitchFamily="50" charset="0"/>
        <a:buChar char="•"/>
        <a:defRPr lang="en-US" sz="2000" b="0" i="0" kern="1200" dirty="0" smtClean="0">
          <a:solidFill>
            <a:schemeClr val="bg1"/>
          </a:solidFill>
          <a:latin typeface="Sage Text" panose="02010503040201060103" pitchFamily="2" charset="77"/>
          <a:ea typeface="+mn-ea"/>
          <a:cs typeface="+mn-cs"/>
        </a:defRPr>
      </a:lvl2pPr>
      <a:lvl3pPr marL="685594" indent="-342797" algn="l" defTabSz="914126" rtl="0" eaLnBrk="1" latinLnBrk="0" hangingPunct="1">
        <a:lnSpc>
          <a:spcPct val="100000"/>
        </a:lnSpc>
        <a:spcBef>
          <a:spcPts val="500"/>
        </a:spcBef>
        <a:buFont typeface="Sage Text" panose="02010503040201060103" pitchFamily="50" charset="0"/>
        <a:buChar char="•"/>
        <a:defRPr lang="en-US" sz="1800" b="0" i="0" kern="1200" dirty="0" smtClean="0">
          <a:solidFill>
            <a:schemeClr val="bg1"/>
          </a:solidFill>
          <a:latin typeface="Sage Text" panose="02010503040201060103" pitchFamily="2" charset="77"/>
          <a:ea typeface="+mn-ea"/>
          <a:cs typeface="+mn-cs"/>
        </a:defRPr>
      </a:lvl3pPr>
      <a:lvl4pPr marL="974433" indent="-285664" algn="l" defTabSz="914126" rtl="0" eaLnBrk="1" latinLnBrk="0" hangingPunct="1">
        <a:lnSpc>
          <a:spcPct val="100000"/>
        </a:lnSpc>
        <a:spcBef>
          <a:spcPts val="500"/>
        </a:spcBef>
        <a:buFont typeface="Sage Text" panose="02010503040201060103" pitchFamily="50" charset="0"/>
        <a:buChar char="•"/>
        <a:defRPr lang="en-US" sz="1600" b="0" i="0" kern="1200" dirty="0" smtClean="0">
          <a:solidFill>
            <a:schemeClr val="bg1"/>
          </a:solidFill>
          <a:latin typeface="Sage Text" panose="02010503040201060103" pitchFamily="2" charset="77"/>
          <a:ea typeface="+mn-ea"/>
          <a:cs typeface="+mn-cs"/>
        </a:defRPr>
      </a:lvl4pPr>
      <a:lvl5pPr marL="1314056" indent="-285664" algn="l" defTabSz="914126" rtl="0" eaLnBrk="1" latinLnBrk="0" hangingPunct="1">
        <a:lnSpc>
          <a:spcPct val="100000"/>
        </a:lnSpc>
        <a:spcBef>
          <a:spcPts val="500"/>
        </a:spcBef>
        <a:buFont typeface="Sage Text" panose="02010503040201060103" pitchFamily="50" charset="0"/>
        <a:buChar char="•"/>
        <a:defRPr lang="en-US" sz="1400" b="0" i="0" kern="1200" dirty="0">
          <a:solidFill>
            <a:schemeClr val="bg1"/>
          </a:solidFill>
          <a:latin typeface="Sage Text" panose="02010503040201060103" pitchFamily="2" charset="77"/>
          <a:ea typeface="+mn-ea"/>
          <a:cs typeface="+mn-cs"/>
        </a:defRPr>
      </a:lvl5pPr>
      <a:lvl6pPr marL="2513846" indent="-228531" algn="l" defTabSz="914126" rtl="0" eaLnBrk="1" latinLnBrk="0" hangingPunct="1">
        <a:lnSpc>
          <a:spcPct val="90000"/>
        </a:lnSpc>
        <a:spcBef>
          <a:spcPts val="500"/>
        </a:spcBef>
        <a:buFont typeface="Sage Text" panose="02010503040201060103" pitchFamily="50"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Sage Text" panose="02010503040201060103" pitchFamily="50"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Sage Text" panose="02010503040201060103" pitchFamily="50"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Sage Text" panose="02010503040201060103" pitchFamily="50"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264">
          <p15:clr>
            <a:srgbClr val="F26B43"/>
          </p15:clr>
        </p15:guide>
        <p15:guide id="3" pos="7416">
          <p15:clr>
            <a:srgbClr val="F26B43"/>
          </p15:clr>
        </p15:guide>
        <p15:guide id="4" pos="3048">
          <p15:clr>
            <a:srgbClr val="F26B43"/>
          </p15:clr>
        </p15:guide>
        <p15:guide id="5" pos="3744">
          <p15:clr>
            <a:srgbClr val="F26B43"/>
          </p15:clr>
        </p15:guide>
        <p15:guide id="6" orient="horz" pos="504">
          <p15:clr>
            <a:srgbClr val="F26B43"/>
          </p15:clr>
        </p15:guide>
        <p15:guide id="7" orient="horz" pos="888">
          <p15:clr>
            <a:srgbClr val="F26B43"/>
          </p15:clr>
        </p15:guide>
        <p15:guide id="8" orient="horz" pos="1080">
          <p15:clr>
            <a:srgbClr val="F26B43"/>
          </p15:clr>
        </p15:guide>
        <p15:guide id="9" orient="horz" pos="3912">
          <p15:clr>
            <a:srgbClr val="F26B43"/>
          </p15:clr>
        </p15:guide>
        <p15:guide id="10" orient="horz" pos="4152">
          <p15:clr>
            <a:srgbClr val="F26B43"/>
          </p15:clr>
        </p15:guide>
        <p15:guide id="11" orient="horz" pos="3504">
          <p15:clr>
            <a:srgbClr val="F26B43"/>
          </p15:clr>
        </p15:guide>
        <p15:guide id="12" pos="39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jpe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25EBC-230C-B747-AE2E-671A85F571C6}"/>
              </a:ext>
            </a:extLst>
          </p:cNvPr>
          <p:cNvSpPr>
            <a:spLocks noGrp="1"/>
          </p:cNvSpPr>
          <p:nvPr>
            <p:ph type="ctrTitle"/>
          </p:nvPr>
        </p:nvSpPr>
        <p:spPr>
          <a:xfrm>
            <a:off x="420513" y="309832"/>
            <a:ext cx="4918105" cy="594360"/>
          </a:xfrm>
        </p:spPr>
        <p:txBody>
          <a:bodyPr/>
          <a:lstStyle/>
          <a:p>
            <a:r>
              <a:rPr lang="en-US" dirty="0"/>
              <a:t>Sage</a:t>
            </a:r>
            <a:br>
              <a:rPr lang="en-US" dirty="0"/>
            </a:br>
            <a:r>
              <a:rPr lang="en-US" sz="3600" dirty="0"/>
              <a:t>Center of Excellence Series</a:t>
            </a:r>
            <a:br>
              <a:rPr lang="en-US" sz="3600" dirty="0"/>
            </a:br>
            <a:r>
              <a:rPr lang="en-US" sz="3600" dirty="0"/>
              <a:t>AI – What’s real</a:t>
            </a:r>
          </a:p>
        </p:txBody>
      </p:sp>
      <p:sp>
        <p:nvSpPr>
          <p:cNvPr id="3" name="Subtitle 2">
            <a:extLst>
              <a:ext uri="{FF2B5EF4-FFF2-40B4-BE49-F238E27FC236}">
                <a16:creationId xmlns:a16="http://schemas.microsoft.com/office/drawing/2014/main" id="{BA3A5602-F751-554B-9560-071726BA2EEE}"/>
              </a:ext>
            </a:extLst>
          </p:cNvPr>
          <p:cNvSpPr>
            <a:spLocks noGrp="1"/>
          </p:cNvSpPr>
          <p:nvPr>
            <p:ph type="subTitle" idx="1"/>
          </p:nvPr>
        </p:nvSpPr>
        <p:spPr>
          <a:xfrm>
            <a:off x="420514" y="2880360"/>
            <a:ext cx="3819456" cy="1243584"/>
          </a:xfrm>
        </p:spPr>
        <p:txBody>
          <a:bodyPr/>
          <a:lstStyle/>
          <a:p>
            <a:r>
              <a:rPr lang="en-US" dirty="0"/>
              <a:t>John Thomas (JT)</a:t>
            </a:r>
          </a:p>
          <a:p>
            <a:r>
              <a:rPr lang="en-US" dirty="0"/>
              <a:t>Principal Software Architect</a:t>
            </a:r>
          </a:p>
          <a:p>
            <a:r>
              <a:rPr lang="en-US" dirty="0"/>
              <a:t>June 2026</a:t>
            </a:r>
          </a:p>
        </p:txBody>
      </p:sp>
      <p:sp>
        <p:nvSpPr>
          <p:cNvPr id="5" name="Picture Placeholder 4">
            <a:extLst>
              <a:ext uri="{FF2B5EF4-FFF2-40B4-BE49-F238E27FC236}">
                <a16:creationId xmlns:a16="http://schemas.microsoft.com/office/drawing/2014/main" id="{CF3A3484-23D8-4927-69C1-BE61DC1B8B83}"/>
              </a:ext>
            </a:extLst>
          </p:cNvPr>
          <p:cNvSpPr>
            <a:spLocks noGrp="1"/>
          </p:cNvSpPr>
          <p:nvPr>
            <p:ph type="pic" sz="quarter" idx="13"/>
          </p:nvPr>
        </p:nvSpPr>
        <p:spPr/>
        <p:txBody>
          <a:bodyPr/>
          <a:lstStyle/>
          <a:p>
            <a:endParaRPr lang="en-US"/>
          </a:p>
        </p:txBody>
      </p:sp>
      <p:pic>
        <p:nvPicPr>
          <p:cNvPr id="8" name="Picture 7">
            <a:extLst>
              <a:ext uri="{FF2B5EF4-FFF2-40B4-BE49-F238E27FC236}">
                <a16:creationId xmlns:a16="http://schemas.microsoft.com/office/drawing/2014/main" id="{089EDB44-BE66-46F9-A542-0A5AA967C50D}"/>
              </a:ext>
            </a:extLst>
          </p:cNvPr>
          <p:cNvPicPr>
            <a:picLocks noChangeAspect="1"/>
          </p:cNvPicPr>
          <p:nvPr/>
        </p:nvPicPr>
        <p:blipFill>
          <a:blip r:embed="rId3"/>
          <a:stretch>
            <a:fillRect/>
          </a:stretch>
        </p:blipFill>
        <p:spPr>
          <a:xfrm>
            <a:off x="6253121" y="0"/>
            <a:ext cx="6896482" cy="6858008"/>
          </a:xfrm>
          <a:prstGeom prst="rect">
            <a:avLst/>
          </a:prstGeom>
        </p:spPr>
      </p:pic>
    </p:spTree>
    <p:extLst>
      <p:ext uri="{BB962C8B-B14F-4D97-AF65-F5344CB8AC3E}">
        <p14:creationId xmlns:p14="http://schemas.microsoft.com/office/powerpoint/2010/main" val="136623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Title 1">
            <a:extLst>
              <a:ext uri="{FF2B5EF4-FFF2-40B4-BE49-F238E27FC236}">
                <a16:creationId xmlns:a16="http://schemas.microsoft.com/office/drawing/2014/main" id="{F208957C-8D93-57AA-9FC8-EF843ADB3098}"/>
              </a:ext>
            </a:extLst>
          </p:cNvPr>
          <p:cNvSpPr>
            <a:spLocks noGrp="1" noChangeArrowheads="1"/>
          </p:cNvSpPr>
          <p:nvPr>
            <p:ph type="title"/>
          </p:nvPr>
        </p:nvSpPr>
        <p:spPr>
          <a:xfrm>
            <a:off x="411056" y="212175"/>
            <a:ext cx="5073915" cy="593570"/>
          </a:xfrm>
        </p:spPr>
        <p:txBody>
          <a:bodyPr/>
          <a:lstStyle/>
          <a:p>
            <a:r>
              <a:rPr lang="en-US" altLang="en-US" dirty="0">
                <a:latin typeface="Sage Headline Black" panose="02010A03040201060103" pitchFamily="2" charset="0"/>
              </a:rPr>
              <a:t>AI Roundtable</a:t>
            </a:r>
          </a:p>
        </p:txBody>
      </p:sp>
      <p:sp>
        <p:nvSpPr>
          <p:cNvPr id="150530" name="Slide Number Placeholder 2">
            <a:extLst>
              <a:ext uri="{FF2B5EF4-FFF2-40B4-BE49-F238E27FC236}">
                <a16:creationId xmlns:a16="http://schemas.microsoft.com/office/drawing/2014/main" id="{F0A87AAF-C2FD-4784-D421-06A508137210}"/>
              </a:ext>
            </a:extLst>
          </p:cNvPr>
          <p:cNvSpPr>
            <a:spLocks noGrp="1" noChangeArrowheads="1"/>
          </p:cNvSpPr>
          <p:nvPr>
            <p:ph type="sldNum" sz="quarter" idx="2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412626">
              <a:defRPr>
                <a:solidFill>
                  <a:schemeClr val="tx1"/>
                </a:solidFill>
                <a:latin typeface="Sage Text" panose="02010503040201060103" pitchFamily="2" charset="0"/>
              </a:defRPr>
            </a:lvl1pPr>
            <a:lvl2pPr marL="742727" indent="-285664" defTabSz="412626">
              <a:defRPr>
                <a:solidFill>
                  <a:schemeClr val="tx1"/>
                </a:solidFill>
                <a:latin typeface="Sage Text" panose="02010503040201060103" pitchFamily="2" charset="0"/>
              </a:defRPr>
            </a:lvl2pPr>
            <a:lvl3pPr marL="1142657" indent="-228531" defTabSz="412626">
              <a:defRPr>
                <a:solidFill>
                  <a:schemeClr val="tx1"/>
                </a:solidFill>
                <a:latin typeface="Sage Text" panose="02010503040201060103" pitchFamily="2" charset="0"/>
              </a:defRPr>
            </a:lvl3pPr>
            <a:lvl4pPr marL="1599720" indent="-228531" defTabSz="412626">
              <a:defRPr>
                <a:solidFill>
                  <a:schemeClr val="tx1"/>
                </a:solidFill>
                <a:latin typeface="Sage Text" panose="02010503040201060103" pitchFamily="2" charset="0"/>
              </a:defRPr>
            </a:lvl4pPr>
            <a:lvl5pPr marL="2056783" indent="-228531" defTabSz="412626">
              <a:defRPr>
                <a:solidFill>
                  <a:schemeClr val="tx1"/>
                </a:solidFill>
                <a:latin typeface="Sage Text" panose="02010503040201060103" pitchFamily="2" charset="0"/>
              </a:defRPr>
            </a:lvl5pPr>
            <a:lvl6pPr marL="2513846" indent="-228531" defTabSz="412626" fontAlgn="base">
              <a:spcBef>
                <a:spcPct val="0"/>
              </a:spcBef>
              <a:spcAft>
                <a:spcPct val="0"/>
              </a:spcAft>
              <a:defRPr>
                <a:solidFill>
                  <a:schemeClr val="tx1"/>
                </a:solidFill>
                <a:latin typeface="Sage Text" panose="02010503040201060103" pitchFamily="2" charset="0"/>
              </a:defRPr>
            </a:lvl6pPr>
            <a:lvl7pPr marL="2970908" indent="-228531" defTabSz="412626" fontAlgn="base">
              <a:spcBef>
                <a:spcPct val="0"/>
              </a:spcBef>
              <a:spcAft>
                <a:spcPct val="0"/>
              </a:spcAft>
              <a:defRPr>
                <a:solidFill>
                  <a:schemeClr val="tx1"/>
                </a:solidFill>
                <a:latin typeface="Sage Text" panose="02010503040201060103" pitchFamily="2" charset="0"/>
              </a:defRPr>
            </a:lvl7pPr>
            <a:lvl8pPr marL="3427971" indent="-228531" defTabSz="412626" fontAlgn="base">
              <a:spcBef>
                <a:spcPct val="0"/>
              </a:spcBef>
              <a:spcAft>
                <a:spcPct val="0"/>
              </a:spcAft>
              <a:defRPr>
                <a:solidFill>
                  <a:schemeClr val="tx1"/>
                </a:solidFill>
                <a:latin typeface="Sage Text" panose="02010503040201060103" pitchFamily="2" charset="0"/>
              </a:defRPr>
            </a:lvl8pPr>
            <a:lvl9pPr marL="3885034" indent="-228531" defTabSz="412626" fontAlgn="base">
              <a:spcBef>
                <a:spcPct val="0"/>
              </a:spcBef>
              <a:spcAft>
                <a:spcPct val="0"/>
              </a:spcAft>
              <a:defRPr>
                <a:solidFill>
                  <a:schemeClr val="tx1"/>
                </a:solidFill>
                <a:latin typeface="Sage Text" panose="02010503040201060103" pitchFamily="2" charset="0"/>
              </a:defRPr>
            </a:lvl9pPr>
          </a:lstStyle>
          <a:p>
            <a:pPr fontAlgn="base">
              <a:spcBef>
                <a:spcPct val="0"/>
              </a:spcBef>
              <a:spcAft>
                <a:spcPct val="0"/>
              </a:spcAft>
            </a:pPr>
            <a:r>
              <a:rPr altLang="en-US">
                <a:solidFill>
                  <a:schemeClr val="tx2"/>
                </a:solidFill>
                <a:latin typeface="Sage Text Light" panose="02010303040201060103" pitchFamily="2" charset="0"/>
                <a:ea typeface="Sage Text" panose="02010503040201060103" pitchFamily="2" charset="0"/>
                <a:cs typeface="Sage Text" panose="02010503040201060103" pitchFamily="2" charset="0"/>
                <a:sym typeface="Sage Text" panose="02010503040201060103" pitchFamily="2" charset="0"/>
              </a:rPr>
              <a:t>Page </a:t>
            </a:r>
            <a:fld id="{127D8EA6-F774-4C28-AE8E-984476F45107}" type="slidenum">
              <a:rPr altLang="en-US" smtClean="0">
                <a:solidFill>
                  <a:schemeClr val="tx2"/>
                </a:solidFill>
                <a:latin typeface="Sage Text Light" panose="02010303040201060103" pitchFamily="2" charset="0"/>
                <a:ea typeface="Sage Text" panose="02010503040201060103" pitchFamily="2" charset="0"/>
                <a:cs typeface="Sage Text" panose="02010503040201060103" pitchFamily="2" charset="0"/>
                <a:sym typeface="Sage Text" panose="02010503040201060103" pitchFamily="2" charset="0"/>
              </a:rPr>
              <a:pPr fontAlgn="base">
                <a:spcBef>
                  <a:spcPct val="0"/>
                </a:spcBef>
                <a:spcAft>
                  <a:spcPct val="0"/>
                </a:spcAft>
              </a:pPr>
              <a:t>2</a:t>
            </a:fld>
            <a:endParaRPr altLang="en-US">
              <a:solidFill>
                <a:schemeClr val="tx2"/>
              </a:solidFill>
              <a:latin typeface="Sage Text Light" panose="02010303040201060103" pitchFamily="2" charset="0"/>
              <a:ea typeface="Sage Text" panose="02010503040201060103" pitchFamily="2" charset="0"/>
              <a:cs typeface="Sage Text" panose="02010503040201060103" pitchFamily="2" charset="0"/>
              <a:sym typeface="Sage Text" panose="02010503040201060103" pitchFamily="2" charset="0"/>
            </a:endParaRPr>
          </a:p>
        </p:txBody>
      </p:sp>
      <p:sp>
        <p:nvSpPr>
          <p:cNvPr id="5" name="TextBox 4">
            <a:extLst>
              <a:ext uri="{FF2B5EF4-FFF2-40B4-BE49-F238E27FC236}">
                <a16:creationId xmlns:a16="http://schemas.microsoft.com/office/drawing/2014/main" id="{AAB5FFD1-F8D8-F307-0D5E-0C923FAE8BB6}"/>
              </a:ext>
            </a:extLst>
          </p:cNvPr>
          <p:cNvSpPr txBox="1"/>
          <p:nvPr/>
        </p:nvSpPr>
        <p:spPr>
          <a:xfrm>
            <a:off x="435924" y="2844496"/>
            <a:ext cx="1816760" cy="974384"/>
          </a:xfrm>
          <a:prstGeom prst="rect">
            <a:avLst/>
          </a:prstGeom>
          <a:noFill/>
        </p:spPr>
        <p:txBody>
          <a:bodyPr wrap="square" lIns="0" tIns="0" rIns="0" bIns="0" rtlCol="0">
            <a:noAutofit/>
          </a:bodyPr>
          <a:lstStyle/>
          <a:p>
            <a:r>
              <a:rPr lang="en-US" sz="1400" b="0" i="0" dirty="0">
                <a:solidFill>
                  <a:schemeClr val="bg1"/>
                </a:solidFill>
                <a:latin typeface="Sage Text" panose="02010503040201060103" pitchFamily="2" charset="77"/>
              </a:rPr>
              <a:t>John Thomas (JT)</a:t>
            </a:r>
          </a:p>
          <a:p>
            <a:r>
              <a:rPr lang="en-US" sz="1400" i="0" dirty="0">
                <a:solidFill>
                  <a:schemeClr val="bg1"/>
                </a:solidFill>
                <a:latin typeface="Sage Text" panose="02010503040201060103" pitchFamily="2" charset="77"/>
              </a:rPr>
              <a:t>Sage</a:t>
            </a:r>
            <a:endParaRPr lang="en-US" sz="1400" b="0" i="0" dirty="0">
              <a:solidFill>
                <a:schemeClr val="bg1"/>
              </a:solidFill>
              <a:latin typeface="Sage Text" panose="02010503040201060103" pitchFamily="2" charset="77"/>
            </a:endParaRPr>
          </a:p>
          <a:p>
            <a:r>
              <a:rPr lang="en-US" sz="1400" i="0" dirty="0">
                <a:solidFill>
                  <a:schemeClr val="bg1"/>
                </a:solidFill>
                <a:latin typeface="Sage Text" panose="02010503040201060103" pitchFamily="2" charset="77"/>
              </a:rPr>
              <a:t>Sage 300 Architect</a:t>
            </a:r>
            <a:endParaRPr lang="en-US" sz="1400" b="0" i="0" dirty="0">
              <a:solidFill>
                <a:schemeClr val="bg1"/>
              </a:solidFill>
              <a:latin typeface="Sage Text" panose="02010503040201060103" pitchFamily="2" charset="77"/>
            </a:endParaRPr>
          </a:p>
          <a:p>
            <a:r>
              <a:rPr lang="en-US" sz="1400" i="0" dirty="0">
                <a:solidFill>
                  <a:schemeClr val="bg1"/>
                </a:solidFill>
                <a:latin typeface="Sage Text" panose="02010503040201060103" pitchFamily="2" charset="77"/>
              </a:rPr>
              <a:t>Moderator</a:t>
            </a:r>
            <a:endParaRPr lang="en-US" sz="1400" b="0" i="0" dirty="0">
              <a:solidFill>
                <a:schemeClr val="bg1"/>
              </a:solidFill>
              <a:latin typeface="Sage Text" panose="02010503040201060103" pitchFamily="2" charset="77"/>
            </a:endParaRPr>
          </a:p>
        </p:txBody>
      </p:sp>
      <p:sp>
        <p:nvSpPr>
          <p:cNvPr id="8" name="TextBox 7">
            <a:extLst>
              <a:ext uri="{FF2B5EF4-FFF2-40B4-BE49-F238E27FC236}">
                <a16:creationId xmlns:a16="http://schemas.microsoft.com/office/drawing/2014/main" id="{67F70B5B-F747-B5F2-6608-706AD81C7336}"/>
              </a:ext>
            </a:extLst>
          </p:cNvPr>
          <p:cNvSpPr txBox="1"/>
          <p:nvPr/>
        </p:nvSpPr>
        <p:spPr>
          <a:xfrm>
            <a:off x="2343602" y="2844496"/>
            <a:ext cx="1816760" cy="974384"/>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Ron Sinfield</a:t>
            </a:r>
          </a:p>
          <a:p>
            <a:r>
              <a:rPr lang="en-US" sz="1400" b="0" i="0" dirty="0">
                <a:solidFill>
                  <a:schemeClr val="bg1"/>
                </a:solidFill>
                <a:latin typeface="Sage Text" panose="02010503040201060103" pitchFamily="2" charset="77"/>
              </a:rPr>
              <a:t>Sage</a:t>
            </a:r>
          </a:p>
          <a:p>
            <a:r>
              <a:rPr lang="en-US" sz="1400" i="0" dirty="0">
                <a:solidFill>
                  <a:schemeClr val="bg1"/>
                </a:solidFill>
                <a:latin typeface="Sage Text" panose="02010503040201060103" pitchFamily="2" charset="77"/>
              </a:rPr>
              <a:t>Global Senior VP</a:t>
            </a:r>
          </a:p>
          <a:p>
            <a:r>
              <a:rPr lang="en-US" sz="1400" b="0" i="0" dirty="0">
                <a:solidFill>
                  <a:schemeClr val="bg1"/>
                </a:solidFill>
                <a:latin typeface="Sage Text" panose="02010503040201060103" pitchFamily="2" charset="77"/>
              </a:rPr>
              <a:t>Head of ERP</a:t>
            </a:r>
          </a:p>
          <a:p>
            <a:endParaRPr lang="en-US" sz="1400" b="0" i="0" dirty="0">
              <a:solidFill>
                <a:schemeClr val="bg1"/>
              </a:solidFill>
              <a:latin typeface="Sage Text" panose="02010503040201060103" pitchFamily="2" charset="77"/>
            </a:endParaRPr>
          </a:p>
        </p:txBody>
      </p:sp>
      <p:sp>
        <p:nvSpPr>
          <p:cNvPr id="9" name="TextBox 8">
            <a:extLst>
              <a:ext uri="{FF2B5EF4-FFF2-40B4-BE49-F238E27FC236}">
                <a16:creationId xmlns:a16="http://schemas.microsoft.com/office/drawing/2014/main" id="{38126616-16E4-DB3C-7E49-7087A2FE0555}"/>
              </a:ext>
            </a:extLst>
          </p:cNvPr>
          <p:cNvSpPr txBox="1"/>
          <p:nvPr/>
        </p:nvSpPr>
        <p:spPr>
          <a:xfrm>
            <a:off x="4252867" y="2839878"/>
            <a:ext cx="1816760" cy="974384"/>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Don Thomson</a:t>
            </a:r>
          </a:p>
          <a:p>
            <a:r>
              <a:rPr lang="en-US" sz="1400" b="0" i="0" dirty="0">
                <a:solidFill>
                  <a:schemeClr val="bg1"/>
                </a:solidFill>
                <a:latin typeface="Sage Text" panose="02010503040201060103" pitchFamily="2" charset="77"/>
              </a:rPr>
              <a:t>Tai</a:t>
            </a:r>
            <a:r>
              <a:rPr lang="en-US" sz="1400" i="0" dirty="0">
                <a:solidFill>
                  <a:schemeClr val="bg1"/>
                </a:solidFill>
                <a:latin typeface="Sage Text" panose="02010503040201060103" pitchFamily="2" charset="77"/>
              </a:rPr>
              <a:t>Rox</a:t>
            </a:r>
          </a:p>
          <a:p>
            <a:r>
              <a:rPr lang="en-US" sz="1400" b="0" i="0" dirty="0">
                <a:solidFill>
                  <a:schemeClr val="bg1"/>
                </a:solidFill>
                <a:latin typeface="Sage Text" panose="02010503040201060103" pitchFamily="2" charset="77"/>
              </a:rPr>
              <a:t>CEO</a:t>
            </a:r>
          </a:p>
        </p:txBody>
      </p:sp>
      <p:sp>
        <p:nvSpPr>
          <p:cNvPr id="10" name="TextBox 9">
            <a:extLst>
              <a:ext uri="{FF2B5EF4-FFF2-40B4-BE49-F238E27FC236}">
                <a16:creationId xmlns:a16="http://schemas.microsoft.com/office/drawing/2014/main" id="{D8DBA223-85B1-603E-41CE-4827039A98C3}"/>
              </a:ext>
            </a:extLst>
          </p:cNvPr>
          <p:cNvSpPr txBox="1"/>
          <p:nvPr/>
        </p:nvSpPr>
        <p:spPr>
          <a:xfrm>
            <a:off x="6160545" y="2844496"/>
            <a:ext cx="1816760" cy="974384"/>
          </a:xfrm>
          <a:prstGeom prst="rect">
            <a:avLst/>
          </a:prstGeom>
          <a:noFill/>
        </p:spPr>
        <p:txBody>
          <a:bodyPr wrap="square" lIns="0" tIns="0" rIns="0" bIns="0" rtlCol="0">
            <a:noAutofit/>
          </a:bodyPr>
          <a:lstStyle/>
          <a:p>
            <a:r>
              <a:rPr lang="en-US" sz="1400" b="0" i="0" dirty="0">
                <a:solidFill>
                  <a:schemeClr val="bg1"/>
                </a:solidFill>
                <a:latin typeface="Sage Text" panose="02010503040201060103" pitchFamily="2" charset="77"/>
              </a:rPr>
              <a:t>Bharti Meisuria</a:t>
            </a:r>
          </a:p>
          <a:p>
            <a:r>
              <a:rPr lang="en-US" sz="1400" i="0" dirty="0">
                <a:solidFill>
                  <a:schemeClr val="bg1"/>
                </a:solidFill>
                <a:latin typeface="Sage Text" panose="02010503040201060103" pitchFamily="2" charset="77"/>
              </a:rPr>
              <a:t>BAASS</a:t>
            </a:r>
          </a:p>
          <a:p>
            <a:r>
              <a:rPr lang="en-US" sz="1400" b="0" i="0" dirty="0">
                <a:solidFill>
                  <a:schemeClr val="bg1"/>
                </a:solidFill>
                <a:latin typeface="Sage Text" panose="02010503040201060103" pitchFamily="2" charset="77"/>
              </a:rPr>
              <a:t>VP Development &amp;</a:t>
            </a:r>
          </a:p>
          <a:p>
            <a:r>
              <a:rPr lang="en-US" sz="1400" i="0" dirty="0">
                <a:solidFill>
                  <a:schemeClr val="bg1"/>
                </a:solidFill>
                <a:latin typeface="Sage Text" panose="02010503040201060103" pitchFamily="2" charset="77"/>
              </a:rPr>
              <a:t>Mgmt. Consulting</a:t>
            </a:r>
            <a:endParaRPr lang="en-US" sz="1400" b="0" i="0" dirty="0">
              <a:solidFill>
                <a:schemeClr val="bg1"/>
              </a:solidFill>
              <a:latin typeface="Sage Text" panose="02010503040201060103" pitchFamily="2" charset="77"/>
            </a:endParaRPr>
          </a:p>
        </p:txBody>
      </p:sp>
      <p:sp>
        <p:nvSpPr>
          <p:cNvPr id="11" name="TextBox 10">
            <a:extLst>
              <a:ext uri="{FF2B5EF4-FFF2-40B4-BE49-F238E27FC236}">
                <a16:creationId xmlns:a16="http://schemas.microsoft.com/office/drawing/2014/main" id="{DE5D209B-FF43-1D29-F35D-9FA983701A14}"/>
              </a:ext>
            </a:extLst>
          </p:cNvPr>
          <p:cNvSpPr txBox="1"/>
          <p:nvPr/>
        </p:nvSpPr>
        <p:spPr>
          <a:xfrm>
            <a:off x="8069810" y="2844496"/>
            <a:ext cx="1816760" cy="974384"/>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Craig Collins</a:t>
            </a:r>
          </a:p>
          <a:p>
            <a:r>
              <a:rPr lang="en-US" sz="1400" b="0" i="0" dirty="0">
                <a:solidFill>
                  <a:schemeClr val="bg1"/>
                </a:solidFill>
                <a:latin typeface="Sage Text" panose="02010503040201060103" pitchFamily="2" charset="77"/>
              </a:rPr>
              <a:t>Granite WMS</a:t>
            </a:r>
          </a:p>
          <a:p>
            <a:r>
              <a:rPr lang="en-US" sz="1400" i="0" dirty="0">
                <a:solidFill>
                  <a:schemeClr val="bg1"/>
                </a:solidFill>
                <a:latin typeface="Sage Text" panose="02010503040201060103" pitchFamily="2" charset="77"/>
              </a:rPr>
              <a:t>CEO</a:t>
            </a:r>
            <a:endParaRPr lang="en-US" sz="1400" b="0" i="0" dirty="0">
              <a:solidFill>
                <a:schemeClr val="bg1"/>
              </a:solidFill>
              <a:latin typeface="Sage Text" panose="02010503040201060103" pitchFamily="2" charset="77"/>
            </a:endParaRPr>
          </a:p>
        </p:txBody>
      </p:sp>
      <p:sp>
        <p:nvSpPr>
          <p:cNvPr id="12" name="TextBox 11">
            <a:extLst>
              <a:ext uri="{FF2B5EF4-FFF2-40B4-BE49-F238E27FC236}">
                <a16:creationId xmlns:a16="http://schemas.microsoft.com/office/drawing/2014/main" id="{B16F1D7C-09F8-B0B2-2A46-B34A3F0A8DCD}"/>
              </a:ext>
            </a:extLst>
          </p:cNvPr>
          <p:cNvSpPr txBox="1"/>
          <p:nvPr/>
        </p:nvSpPr>
        <p:spPr>
          <a:xfrm>
            <a:off x="9977488" y="2849114"/>
            <a:ext cx="1816760" cy="974384"/>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Marco Pomponi</a:t>
            </a:r>
            <a:endParaRPr lang="en-US" sz="1400" b="0" i="0" dirty="0">
              <a:solidFill>
                <a:schemeClr val="bg1"/>
              </a:solidFill>
              <a:latin typeface="Sage Text" panose="02010503040201060103" pitchFamily="2" charset="77"/>
            </a:endParaRPr>
          </a:p>
          <a:p>
            <a:r>
              <a:rPr lang="en-US" sz="1400" i="0" dirty="0" err="1">
                <a:solidFill>
                  <a:schemeClr val="bg1"/>
                </a:solidFill>
                <a:latin typeface="Sage Text" panose="02010503040201060103" pitchFamily="2" charset="77"/>
              </a:rPr>
              <a:t>Genatec</a:t>
            </a:r>
            <a:endParaRPr lang="en-US" sz="1400" i="0" dirty="0">
              <a:solidFill>
                <a:schemeClr val="bg1"/>
              </a:solidFill>
              <a:latin typeface="Sage Text" panose="02010503040201060103" pitchFamily="2" charset="77"/>
            </a:endParaRPr>
          </a:p>
          <a:p>
            <a:r>
              <a:rPr lang="en-US" sz="1400" i="0" dirty="0">
                <a:solidFill>
                  <a:schemeClr val="bg1"/>
                </a:solidFill>
                <a:latin typeface="Sage Text" panose="02010503040201060103" pitchFamily="2" charset="77"/>
              </a:rPr>
              <a:t>ERP Director</a:t>
            </a:r>
          </a:p>
          <a:p>
            <a:endParaRPr lang="en-US" sz="1400" b="0" i="0" dirty="0">
              <a:solidFill>
                <a:schemeClr val="bg1"/>
              </a:solidFill>
              <a:latin typeface="Sage Text" panose="02010503040201060103" pitchFamily="2" charset="77"/>
            </a:endParaRPr>
          </a:p>
          <a:p>
            <a:endParaRPr lang="en-US" sz="1400" b="0" i="0" dirty="0">
              <a:solidFill>
                <a:schemeClr val="bg1"/>
              </a:solidFill>
              <a:latin typeface="Sage Text" panose="02010503040201060103" pitchFamily="2" charset="77"/>
            </a:endParaRPr>
          </a:p>
        </p:txBody>
      </p:sp>
      <p:pic>
        <p:nvPicPr>
          <p:cNvPr id="30" name="Picture Placeholder 6">
            <a:extLst>
              <a:ext uri="{FF2B5EF4-FFF2-40B4-BE49-F238E27FC236}">
                <a16:creationId xmlns:a16="http://schemas.microsoft.com/office/drawing/2014/main" id="{B0774E1E-9251-7461-DF7A-8913BB261225}"/>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411055" y="896010"/>
            <a:ext cx="1841629" cy="1842108"/>
          </a:xfrm>
          <a:prstGeom prst="ellipse">
            <a:avLst/>
          </a:prstGeom>
          <a:solidFill>
            <a:srgbClr val="CCCCCC">
              <a:alpha val="72156"/>
            </a:srgbClr>
          </a:solidFill>
        </p:spPr>
      </p:pic>
      <p:pic>
        <p:nvPicPr>
          <p:cNvPr id="31" name="Picture Placeholder 14">
            <a:extLst>
              <a:ext uri="{FF2B5EF4-FFF2-40B4-BE49-F238E27FC236}">
                <a16:creationId xmlns:a16="http://schemas.microsoft.com/office/drawing/2014/main" id="{20B06739-8F8D-D543-CE49-DC18D48FBF41}"/>
              </a:ext>
            </a:extLst>
          </p:cNvPr>
          <p:cNvPicPr>
            <a:picLocks noChangeAspect="1"/>
          </p:cNvPicPr>
          <p:nvPr/>
        </p:nvPicPr>
        <p:blipFill>
          <a:blip r:embed="rId4"/>
          <a:srcRect l="2867" r="2867"/>
          <a:stretch/>
        </p:blipFill>
        <p:spPr bwMode="auto">
          <a:xfrm>
            <a:off x="4227914" y="896010"/>
            <a:ext cx="1841629" cy="1842108"/>
          </a:xfrm>
          <a:prstGeom prst="ellipse">
            <a:avLst/>
          </a:prstGeom>
          <a:solidFill>
            <a:srgbClr val="CCCCCC">
              <a:alpha val="72156"/>
            </a:srgbClr>
          </a:solidFill>
        </p:spPr>
      </p:pic>
      <p:pic>
        <p:nvPicPr>
          <p:cNvPr id="32" name="Picture Placeholder 5">
            <a:extLst>
              <a:ext uri="{FF2B5EF4-FFF2-40B4-BE49-F238E27FC236}">
                <a16:creationId xmlns:a16="http://schemas.microsoft.com/office/drawing/2014/main" id="{166389CB-1663-51E4-531E-304AE0E328AC}"/>
              </a:ext>
            </a:extLst>
          </p:cNvPr>
          <p:cNvPicPr>
            <a:picLocks noChangeAspect="1"/>
          </p:cNvPicPr>
          <p:nvPr/>
        </p:nvPicPr>
        <p:blipFill>
          <a:blip r:embed="rId5"/>
          <a:srcRect t="14207" b="14207"/>
          <a:stretch/>
        </p:blipFill>
        <p:spPr bwMode="auto">
          <a:xfrm>
            <a:off x="6136344" y="896010"/>
            <a:ext cx="1841629" cy="1842108"/>
          </a:xfrm>
          <a:prstGeom prst="ellipse">
            <a:avLst/>
          </a:prstGeom>
          <a:solidFill>
            <a:srgbClr val="CCCCCC">
              <a:alpha val="72156"/>
            </a:srgbClr>
          </a:solidFill>
        </p:spPr>
      </p:pic>
      <p:pic>
        <p:nvPicPr>
          <p:cNvPr id="33" name="Picture Placeholder 13">
            <a:extLst>
              <a:ext uri="{FF2B5EF4-FFF2-40B4-BE49-F238E27FC236}">
                <a16:creationId xmlns:a16="http://schemas.microsoft.com/office/drawing/2014/main" id="{17FC0B3B-33F5-53F6-1CED-DE23259F2067}"/>
              </a:ext>
            </a:extLst>
          </p:cNvPr>
          <p:cNvPicPr>
            <a:picLocks noChangeAspect="1"/>
          </p:cNvPicPr>
          <p:nvPr/>
        </p:nvPicPr>
        <p:blipFill>
          <a:blip r:embed="rId6"/>
          <a:srcRect t="8500" b="8500"/>
          <a:stretch/>
        </p:blipFill>
        <p:spPr bwMode="auto">
          <a:xfrm>
            <a:off x="8045449" y="896144"/>
            <a:ext cx="1839383" cy="1841276"/>
          </a:xfrm>
          <a:prstGeom prst="ellipse">
            <a:avLst/>
          </a:prstGeom>
          <a:solidFill>
            <a:srgbClr val="CCCCCC">
              <a:alpha val="72156"/>
            </a:srgbClr>
          </a:solidFill>
        </p:spPr>
      </p:pic>
      <p:pic>
        <p:nvPicPr>
          <p:cNvPr id="34" name="Picture 4">
            <a:extLst>
              <a:ext uri="{FF2B5EF4-FFF2-40B4-BE49-F238E27FC236}">
                <a16:creationId xmlns:a16="http://schemas.microsoft.com/office/drawing/2014/main" id="{FA4310D7-3E24-6109-B677-E93C56F509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9485" y="896010"/>
            <a:ext cx="1841629" cy="1842108"/>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Placeholder 28">
            <a:extLst>
              <a:ext uri="{FF2B5EF4-FFF2-40B4-BE49-F238E27FC236}">
                <a16:creationId xmlns:a16="http://schemas.microsoft.com/office/drawing/2014/main" id="{A97A77B4-DCEA-C633-2D37-4A99F2EECDD7}"/>
              </a:ext>
            </a:extLst>
          </p:cNvPr>
          <p:cNvPicPr>
            <a:picLocks noChangeAspect="1"/>
          </p:cNvPicPr>
          <p:nvPr/>
        </p:nvPicPr>
        <p:blipFill>
          <a:blip r:embed="rId8"/>
          <a:srcRect t="1274" b="1274"/>
          <a:stretch/>
        </p:blipFill>
        <p:spPr>
          <a:xfrm>
            <a:off x="9953206" y="896010"/>
            <a:ext cx="1841629" cy="1842108"/>
          </a:xfrm>
          <a:prstGeom prst="ellipse">
            <a:avLst/>
          </a:prstGeom>
          <a:solidFill>
            <a:srgbClr val="CCCCCC">
              <a:alpha val="72000"/>
            </a:srgbClr>
          </a:solidFill>
        </p:spPr>
      </p:pic>
      <p:pic>
        <p:nvPicPr>
          <p:cNvPr id="42" name="Picture Placeholder 41">
            <a:extLst>
              <a:ext uri="{FF2B5EF4-FFF2-40B4-BE49-F238E27FC236}">
                <a16:creationId xmlns:a16="http://schemas.microsoft.com/office/drawing/2014/main" id="{F4BFEC40-AE67-DE59-E4A6-545BE1200D5D}"/>
              </a:ext>
            </a:extLst>
          </p:cNvPr>
          <p:cNvPicPr>
            <a:picLocks noGrp="1" noChangeAspect="1"/>
          </p:cNvPicPr>
          <p:nvPr>
            <p:ph type="pic" sz="quarter" idx="14"/>
          </p:nvPr>
        </p:nvPicPr>
        <p:blipFill>
          <a:blip r:embed="rId9"/>
          <a:srcRect l="12436" r="12436"/>
          <a:stretch/>
        </p:blipFill>
        <p:spPr>
          <a:xfrm>
            <a:off x="436563" y="3811587"/>
            <a:ext cx="1816100" cy="1816101"/>
          </a:xfrm>
          <a:prstGeom prst="ellipse">
            <a:avLst/>
          </a:prstGeom>
          <a:solidFill>
            <a:srgbClr val="CCCCCC">
              <a:alpha val="72000"/>
            </a:srgbClr>
          </a:solidFill>
        </p:spPr>
      </p:pic>
      <p:pic>
        <p:nvPicPr>
          <p:cNvPr id="150561" name="Picture Placeholder 150560">
            <a:extLst>
              <a:ext uri="{FF2B5EF4-FFF2-40B4-BE49-F238E27FC236}">
                <a16:creationId xmlns:a16="http://schemas.microsoft.com/office/drawing/2014/main" id="{68896B31-2572-1FE5-DC94-327F09BFC828}"/>
              </a:ext>
            </a:extLst>
          </p:cNvPr>
          <p:cNvPicPr>
            <a:picLocks noGrp="1" noChangeAspect="1"/>
          </p:cNvPicPr>
          <p:nvPr>
            <p:ph type="pic" sz="quarter" idx="17"/>
          </p:nvPr>
        </p:nvPicPr>
        <p:blipFill>
          <a:blip r:embed="rId10"/>
          <a:srcRect t="92" b="92"/>
          <a:stretch/>
        </p:blipFill>
        <p:spPr>
          <a:xfrm>
            <a:off x="6135688" y="3854450"/>
            <a:ext cx="1749425" cy="1773238"/>
          </a:xfrm>
          <a:prstGeom prst="ellipse">
            <a:avLst/>
          </a:prstGeom>
          <a:solidFill>
            <a:srgbClr val="CCCCCC">
              <a:alpha val="72000"/>
            </a:srgbClr>
          </a:solidFill>
        </p:spPr>
      </p:pic>
      <p:pic>
        <p:nvPicPr>
          <p:cNvPr id="150565" name="Picture Placeholder 150564">
            <a:extLst>
              <a:ext uri="{FF2B5EF4-FFF2-40B4-BE49-F238E27FC236}">
                <a16:creationId xmlns:a16="http://schemas.microsoft.com/office/drawing/2014/main" id="{F549DC44-B0F5-3298-4931-7DB7490AF60E}"/>
              </a:ext>
            </a:extLst>
          </p:cNvPr>
          <p:cNvPicPr>
            <a:picLocks noGrp="1" noChangeAspect="1"/>
          </p:cNvPicPr>
          <p:nvPr>
            <p:ph type="pic" sz="quarter" idx="15"/>
          </p:nvPr>
        </p:nvPicPr>
        <p:blipFill>
          <a:blip r:embed="rId11"/>
          <a:srcRect l="4354" r="4354"/>
          <a:stretch/>
        </p:blipFill>
        <p:spPr>
          <a:xfrm>
            <a:off x="4227513" y="3823923"/>
            <a:ext cx="1798023" cy="1798491"/>
          </a:xfrm>
          <a:prstGeom prst="ellipse">
            <a:avLst/>
          </a:prstGeom>
          <a:solidFill>
            <a:srgbClr val="CCCCCC">
              <a:alpha val="72000"/>
            </a:srgbClr>
          </a:solidFill>
        </p:spPr>
      </p:pic>
      <p:pic>
        <p:nvPicPr>
          <p:cNvPr id="150577" name="Picture Placeholder 150576">
            <a:extLst>
              <a:ext uri="{FF2B5EF4-FFF2-40B4-BE49-F238E27FC236}">
                <a16:creationId xmlns:a16="http://schemas.microsoft.com/office/drawing/2014/main" id="{997EE8E9-2078-3596-0990-1FF93D625C17}"/>
              </a:ext>
            </a:extLst>
          </p:cNvPr>
          <p:cNvPicPr>
            <a:picLocks noGrp="1" noChangeAspect="1"/>
          </p:cNvPicPr>
          <p:nvPr>
            <p:ph type="pic" sz="quarter" idx="19"/>
          </p:nvPr>
        </p:nvPicPr>
        <p:blipFill>
          <a:blip r:embed="rId12"/>
          <a:srcRect l="4070" r="4070"/>
          <a:stretch/>
        </p:blipFill>
        <p:spPr>
          <a:xfrm>
            <a:off x="7995265" y="3783993"/>
            <a:ext cx="1860546" cy="1861030"/>
          </a:xfrm>
          <a:prstGeom prst="ellipse">
            <a:avLst/>
          </a:prstGeom>
          <a:solidFill>
            <a:srgbClr val="CCCCCC">
              <a:alpha val="72000"/>
            </a:srgbClr>
          </a:solidFill>
        </p:spPr>
      </p:pic>
      <p:pic>
        <p:nvPicPr>
          <p:cNvPr id="150581" name="Picture Placeholder 150580">
            <a:extLst>
              <a:ext uri="{FF2B5EF4-FFF2-40B4-BE49-F238E27FC236}">
                <a16:creationId xmlns:a16="http://schemas.microsoft.com/office/drawing/2014/main" id="{87FA4F5F-7BB3-024A-360F-443A8D910A78}"/>
              </a:ext>
            </a:extLst>
          </p:cNvPr>
          <p:cNvPicPr>
            <a:picLocks noGrp="1" noChangeAspect="1"/>
          </p:cNvPicPr>
          <p:nvPr>
            <p:ph type="pic" sz="quarter" idx="18"/>
          </p:nvPr>
        </p:nvPicPr>
        <p:blipFill>
          <a:blip r:embed="rId13"/>
          <a:srcRect l="6897" r="6897"/>
          <a:stretch/>
        </p:blipFill>
        <p:spPr>
          <a:xfrm>
            <a:off x="9952548" y="3822701"/>
            <a:ext cx="1799713" cy="1799713"/>
          </a:xfrm>
          <a:prstGeom prst="ellipse">
            <a:avLst/>
          </a:prstGeom>
          <a:solidFill>
            <a:srgbClr val="CCCCCC">
              <a:alpha val="72000"/>
            </a:srgbClr>
          </a:solidFill>
        </p:spPr>
      </p:pic>
      <p:sp>
        <p:nvSpPr>
          <p:cNvPr id="150582" name="TextBox 150581">
            <a:extLst>
              <a:ext uri="{FF2B5EF4-FFF2-40B4-BE49-F238E27FC236}">
                <a16:creationId xmlns:a16="http://schemas.microsoft.com/office/drawing/2014/main" id="{040F6802-9B19-26A6-DC71-4D6C79F31078}"/>
              </a:ext>
            </a:extLst>
          </p:cNvPr>
          <p:cNvSpPr txBox="1"/>
          <p:nvPr/>
        </p:nvSpPr>
        <p:spPr>
          <a:xfrm>
            <a:off x="436563" y="5754585"/>
            <a:ext cx="1816760" cy="387597"/>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Locutus</a:t>
            </a:r>
          </a:p>
        </p:txBody>
      </p:sp>
      <p:sp>
        <p:nvSpPr>
          <p:cNvPr id="150583" name="TextBox 150582">
            <a:extLst>
              <a:ext uri="{FF2B5EF4-FFF2-40B4-BE49-F238E27FC236}">
                <a16:creationId xmlns:a16="http://schemas.microsoft.com/office/drawing/2014/main" id="{97B69101-18FC-1ECC-EBCC-3F8983C0D3E7}"/>
              </a:ext>
            </a:extLst>
          </p:cNvPr>
          <p:cNvSpPr txBox="1"/>
          <p:nvPr/>
        </p:nvSpPr>
        <p:spPr>
          <a:xfrm>
            <a:off x="2331919" y="5754585"/>
            <a:ext cx="1816760" cy="387597"/>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Loki</a:t>
            </a:r>
          </a:p>
        </p:txBody>
      </p:sp>
      <p:sp>
        <p:nvSpPr>
          <p:cNvPr id="150584" name="TextBox 150583">
            <a:extLst>
              <a:ext uri="{FF2B5EF4-FFF2-40B4-BE49-F238E27FC236}">
                <a16:creationId xmlns:a16="http://schemas.microsoft.com/office/drawing/2014/main" id="{104988B1-B8D2-2527-84A8-FC977C771F15}"/>
              </a:ext>
            </a:extLst>
          </p:cNvPr>
          <p:cNvSpPr txBox="1"/>
          <p:nvPr/>
        </p:nvSpPr>
        <p:spPr>
          <a:xfrm>
            <a:off x="4289311" y="5754584"/>
            <a:ext cx="1816760" cy="387597"/>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The Boss</a:t>
            </a:r>
          </a:p>
        </p:txBody>
      </p:sp>
      <p:sp>
        <p:nvSpPr>
          <p:cNvPr id="150585" name="TextBox 150584">
            <a:extLst>
              <a:ext uri="{FF2B5EF4-FFF2-40B4-BE49-F238E27FC236}">
                <a16:creationId xmlns:a16="http://schemas.microsoft.com/office/drawing/2014/main" id="{0B37CE81-EAD2-507D-0AA3-5A2949494E7B}"/>
              </a:ext>
            </a:extLst>
          </p:cNvPr>
          <p:cNvSpPr txBox="1"/>
          <p:nvPr/>
        </p:nvSpPr>
        <p:spPr>
          <a:xfrm>
            <a:off x="6148778" y="5754583"/>
            <a:ext cx="1816760" cy="387597"/>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Kindness is not Weakness</a:t>
            </a:r>
          </a:p>
        </p:txBody>
      </p:sp>
      <p:sp>
        <p:nvSpPr>
          <p:cNvPr id="150586" name="TextBox 150585">
            <a:extLst>
              <a:ext uri="{FF2B5EF4-FFF2-40B4-BE49-F238E27FC236}">
                <a16:creationId xmlns:a16="http://schemas.microsoft.com/office/drawing/2014/main" id="{C3D38D16-80E2-D92A-CB8E-FADC8B4F20DD}"/>
              </a:ext>
            </a:extLst>
          </p:cNvPr>
          <p:cNvSpPr txBox="1"/>
          <p:nvPr/>
        </p:nvSpPr>
        <p:spPr>
          <a:xfrm>
            <a:off x="8062234" y="5754585"/>
            <a:ext cx="1816760" cy="387597"/>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Sir SmilesAlot</a:t>
            </a:r>
          </a:p>
        </p:txBody>
      </p:sp>
      <p:sp>
        <p:nvSpPr>
          <p:cNvPr id="150587" name="TextBox 150586">
            <a:extLst>
              <a:ext uri="{FF2B5EF4-FFF2-40B4-BE49-F238E27FC236}">
                <a16:creationId xmlns:a16="http://schemas.microsoft.com/office/drawing/2014/main" id="{BF3830BC-3D3F-3D7D-C0C5-260178894E19}"/>
              </a:ext>
            </a:extLst>
          </p:cNvPr>
          <p:cNvSpPr txBox="1"/>
          <p:nvPr/>
        </p:nvSpPr>
        <p:spPr>
          <a:xfrm>
            <a:off x="10044233" y="5754585"/>
            <a:ext cx="1816760" cy="387597"/>
          </a:xfrm>
          <a:prstGeom prst="rect">
            <a:avLst/>
          </a:prstGeom>
          <a:noFill/>
        </p:spPr>
        <p:txBody>
          <a:bodyPr wrap="square" lIns="0" tIns="0" rIns="0" bIns="0" rtlCol="0">
            <a:noAutofit/>
          </a:bodyPr>
          <a:lstStyle/>
          <a:p>
            <a:r>
              <a:rPr lang="en-US" sz="1400" i="0" dirty="0">
                <a:solidFill>
                  <a:schemeClr val="bg1"/>
                </a:solidFill>
                <a:latin typeface="Sage Text" panose="02010503040201060103" pitchFamily="2" charset="77"/>
              </a:rPr>
              <a:t>The Seer</a:t>
            </a:r>
          </a:p>
        </p:txBody>
      </p:sp>
      <p:pic>
        <p:nvPicPr>
          <p:cNvPr id="13" name="Picture Placeholder 12">
            <a:extLst>
              <a:ext uri="{FF2B5EF4-FFF2-40B4-BE49-F238E27FC236}">
                <a16:creationId xmlns:a16="http://schemas.microsoft.com/office/drawing/2014/main" id="{0EA54F8D-2183-F72D-0579-AA4472714180}"/>
              </a:ext>
            </a:extLst>
          </p:cNvPr>
          <p:cNvPicPr>
            <a:picLocks noGrp="1" noChangeAspect="1"/>
          </p:cNvPicPr>
          <p:nvPr>
            <p:ph type="pic" sz="quarter" idx="16"/>
          </p:nvPr>
        </p:nvPicPr>
        <p:blipFill>
          <a:blip r:embed="rId14"/>
          <a:srcRect t="1758" b="1758"/>
          <a:stretch/>
        </p:blipFill>
        <p:spPr>
          <a:xfrm>
            <a:off x="2362814" y="3823498"/>
            <a:ext cx="1761257" cy="1931087"/>
          </a:xfrm>
          <a:prstGeom prst="ellipse">
            <a:avLst/>
          </a:prstGeom>
          <a:solidFill>
            <a:srgbClr val="CCCCCC">
              <a:alpha val="72000"/>
            </a:srgbClr>
          </a:solid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50582"/>
                                        </p:tgtEl>
                                        <p:attrNameLst>
                                          <p:attrName>style.visibility</p:attrName>
                                        </p:attrNameLst>
                                      </p:cBhvr>
                                      <p:to>
                                        <p:strVal val="visible"/>
                                      </p:to>
                                    </p:set>
                                    <p:anim calcmode="lin" valueType="num">
                                      <p:cBhvr>
                                        <p:cTn id="12" dur="500" fill="hold"/>
                                        <p:tgtEl>
                                          <p:spTgt spid="150582"/>
                                        </p:tgtEl>
                                        <p:attrNameLst>
                                          <p:attrName>ppt_w</p:attrName>
                                        </p:attrNameLst>
                                      </p:cBhvr>
                                      <p:tavLst>
                                        <p:tav tm="0">
                                          <p:val>
                                            <p:fltVal val="0"/>
                                          </p:val>
                                        </p:tav>
                                        <p:tav tm="100000">
                                          <p:val>
                                            <p:strVal val="#ppt_w"/>
                                          </p:val>
                                        </p:tav>
                                      </p:tavLst>
                                    </p:anim>
                                    <p:anim calcmode="lin" valueType="num">
                                      <p:cBhvr>
                                        <p:cTn id="13" dur="500" fill="hold"/>
                                        <p:tgtEl>
                                          <p:spTgt spid="150582"/>
                                        </p:tgtEl>
                                        <p:attrNameLst>
                                          <p:attrName>ppt_h</p:attrName>
                                        </p:attrNameLst>
                                      </p:cBhvr>
                                      <p:tavLst>
                                        <p:tav tm="0">
                                          <p:val>
                                            <p:fltVal val="0"/>
                                          </p:val>
                                        </p:tav>
                                        <p:tav tm="100000">
                                          <p:val>
                                            <p:strVal val="#ppt_h"/>
                                          </p:val>
                                        </p:tav>
                                      </p:tavLst>
                                    </p:anim>
                                    <p:animEffect transition="in" filter="fade">
                                      <p:cBhvr>
                                        <p:cTn id="14" dur="500"/>
                                        <p:tgtEl>
                                          <p:spTgt spid="15058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50583"/>
                                        </p:tgtEl>
                                        <p:attrNameLst>
                                          <p:attrName>style.visibility</p:attrName>
                                        </p:attrNameLst>
                                      </p:cBhvr>
                                      <p:to>
                                        <p:strVal val="visible"/>
                                      </p:to>
                                    </p:set>
                                    <p:anim calcmode="lin" valueType="num">
                                      <p:cBhvr>
                                        <p:cTn id="24" dur="500" fill="hold"/>
                                        <p:tgtEl>
                                          <p:spTgt spid="150583"/>
                                        </p:tgtEl>
                                        <p:attrNameLst>
                                          <p:attrName>ppt_w</p:attrName>
                                        </p:attrNameLst>
                                      </p:cBhvr>
                                      <p:tavLst>
                                        <p:tav tm="0">
                                          <p:val>
                                            <p:fltVal val="0"/>
                                          </p:val>
                                        </p:tav>
                                        <p:tav tm="100000">
                                          <p:val>
                                            <p:strVal val="#ppt_w"/>
                                          </p:val>
                                        </p:tav>
                                      </p:tavLst>
                                    </p:anim>
                                    <p:anim calcmode="lin" valueType="num">
                                      <p:cBhvr>
                                        <p:cTn id="25" dur="500" fill="hold"/>
                                        <p:tgtEl>
                                          <p:spTgt spid="150583"/>
                                        </p:tgtEl>
                                        <p:attrNameLst>
                                          <p:attrName>ppt_h</p:attrName>
                                        </p:attrNameLst>
                                      </p:cBhvr>
                                      <p:tavLst>
                                        <p:tav tm="0">
                                          <p:val>
                                            <p:fltVal val="0"/>
                                          </p:val>
                                        </p:tav>
                                        <p:tav tm="100000">
                                          <p:val>
                                            <p:strVal val="#ppt_h"/>
                                          </p:val>
                                        </p:tav>
                                      </p:tavLst>
                                    </p:anim>
                                    <p:animEffect transition="in" filter="fade">
                                      <p:cBhvr>
                                        <p:cTn id="26" dur="500"/>
                                        <p:tgtEl>
                                          <p:spTgt spid="15058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50565"/>
                                        </p:tgtEl>
                                        <p:attrNameLst>
                                          <p:attrName>style.visibility</p:attrName>
                                        </p:attrNameLst>
                                      </p:cBhvr>
                                      <p:to>
                                        <p:strVal val="visible"/>
                                      </p:to>
                                    </p:set>
                                    <p:anim calcmode="lin" valueType="num">
                                      <p:cBhvr>
                                        <p:cTn id="31" dur="500" fill="hold"/>
                                        <p:tgtEl>
                                          <p:spTgt spid="150565"/>
                                        </p:tgtEl>
                                        <p:attrNameLst>
                                          <p:attrName>ppt_w</p:attrName>
                                        </p:attrNameLst>
                                      </p:cBhvr>
                                      <p:tavLst>
                                        <p:tav tm="0">
                                          <p:val>
                                            <p:fltVal val="0"/>
                                          </p:val>
                                        </p:tav>
                                        <p:tav tm="100000">
                                          <p:val>
                                            <p:strVal val="#ppt_w"/>
                                          </p:val>
                                        </p:tav>
                                      </p:tavLst>
                                    </p:anim>
                                    <p:anim calcmode="lin" valueType="num">
                                      <p:cBhvr>
                                        <p:cTn id="32" dur="500" fill="hold"/>
                                        <p:tgtEl>
                                          <p:spTgt spid="150565"/>
                                        </p:tgtEl>
                                        <p:attrNameLst>
                                          <p:attrName>ppt_h</p:attrName>
                                        </p:attrNameLst>
                                      </p:cBhvr>
                                      <p:tavLst>
                                        <p:tav tm="0">
                                          <p:val>
                                            <p:fltVal val="0"/>
                                          </p:val>
                                        </p:tav>
                                        <p:tav tm="100000">
                                          <p:val>
                                            <p:strVal val="#ppt_h"/>
                                          </p:val>
                                        </p:tav>
                                      </p:tavLst>
                                    </p:anim>
                                    <p:animEffect transition="in" filter="fade">
                                      <p:cBhvr>
                                        <p:cTn id="33" dur="500"/>
                                        <p:tgtEl>
                                          <p:spTgt spid="150565"/>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50584"/>
                                        </p:tgtEl>
                                        <p:attrNameLst>
                                          <p:attrName>style.visibility</p:attrName>
                                        </p:attrNameLst>
                                      </p:cBhvr>
                                      <p:to>
                                        <p:strVal val="visible"/>
                                      </p:to>
                                    </p:set>
                                    <p:anim calcmode="lin" valueType="num">
                                      <p:cBhvr>
                                        <p:cTn id="36" dur="500" fill="hold"/>
                                        <p:tgtEl>
                                          <p:spTgt spid="150584"/>
                                        </p:tgtEl>
                                        <p:attrNameLst>
                                          <p:attrName>ppt_w</p:attrName>
                                        </p:attrNameLst>
                                      </p:cBhvr>
                                      <p:tavLst>
                                        <p:tav tm="0">
                                          <p:val>
                                            <p:fltVal val="0"/>
                                          </p:val>
                                        </p:tav>
                                        <p:tav tm="100000">
                                          <p:val>
                                            <p:strVal val="#ppt_w"/>
                                          </p:val>
                                        </p:tav>
                                      </p:tavLst>
                                    </p:anim>
                                    <p:anim calcmode="lin" valueType="num">
                                      <p:cBhvr>
                                        <p:cTn id="37" dur="500" fill="hold"/>
                                        <p:tgtEl>
                                          <p:spTgt spid="150584"/>
                                        </p:tgtEl>
                                        <p:attrNameLst>
                                          <p:attrName>ppt_h</p:attrName>
                                        </p:attrNameLst>
                                      </p:cBhvr>
                                      <p:tavLst>
                                        <p:tav tm="0">
                                          <p:val>
                                            <p:fltVal val="0"/>
                                          </p:val>
                                        </p:tav>
                                        <p:tav tm="100000">
                                          <p:val>
                                            <p:strVal val="#ppt_h"/>
                                          </p:val>
                                        </p:tav>
                                      </p:tavLst>
                                    </p:anim>
                                    <p:animEffect transition="in" filter="fade">
                                      <p:cBhvr>
                                        <p:cTn id="38" dur="500"/>
                                        <p:tgtEl>
                                          <p:spTgt spid="150584"/>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50561"/>
                                        </p:tgtEl>
                                        <p:attrNameLst>
                                          <p:attrName>style.visibility</p:attrName>
                                        </p:attrNameLst>
                                      </p:cBhvr>
                                      <p:to>
                                        <p:strVal val="visible"/>
                                      </p:to>
                                    </p:set>
                                    <p:anim calcmode="lin" valueType="num">
                                      <p:cBhvr>
                                        <p:cTn id="43" dur="500" fill="hold"/>
                                        <p:tgtEl>
                                          <p:spTgt spid="150561"/>
                                        </p:tgtEl>
                                        <p:attrNameLst>
                                          <p:attrName>ppt_w</p:attrName>
                                        </p:attrNameLst>
                                      </p:cBhvr>
                                      <p:tavLst>
                                        <p:tav tm="0">
                                          <p:val>
                                            <p:fltVal val="0"/>
                                          </p:val>
                                        </p:tav>
                                        <p:tav tm="100000">
                                          <p:val>
                                            <p:strVal val="#ppt_w"/>
                                          </p:val>
                                        </p:tav>
                                      </p:tavLst>
                                    </p:anim>
                                    <p:anim calcmode="lin" valueType="num">
                                      <p:cBhvr>
                                        <p:cTn id="44" dur="500" fill="hold"/>
                                        <p:tgtEl>
                                          <p:spTgt spid="150561"/>
                                        </p:tgtEl>
                                        <p:attrNameLst>
                                          <p:attrName>ppt_h</p:attrName>
                                        </p:attrNameLst>
                                      </p:cBhvr>
                                      <p:tavLst>
                                        <p:tav tm="0">
                                          <p:val>
                                            <p:fltVal val="0"/>
                                          </p:val>
                                        </p:tav>
                                        <p:tav tm="100000">
                                          <p:val>
                                            <p:strVal val="#ppt_h"/>
                                          </p:val>
                                        </p:tav>
                                      </p:tavLst>
                                    </p:anim>
                                    <p:animEffect transition="in" filter="fade">
                                      <p:cBhvr>
                                        <p:cTn id="45" dur="500"/>
                                        <p:tgtEl>
                                          <p:spTgt spid="15056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50585"/>
                                        </p:tgtEl>
                                        <p:attrNameLst>
                                          <p:attrName>style.visibility</p:attrName>
                                        </p:attrNameLst>
                                      </p:cBhvr>
                                      <p:to>
                                        <p:strVal val="visible"/>
                                      </p:to>
                                    </p:set>
                                    <p:anim calcmode="lin" valueType="num">
                                      <p:cBhvr>
                                        <p:cTn id="48" dur="500" fill="hold"/>
                                        <p:tgtEl>
                                          <p:spTgt spid="150585"/>
                                        </p:tgtEl>
                                        <p:attrNameLst>
                                          <p:attrName>ppt_w</p:attrName>
                                        </p:attrNameLst>
                                      </p:cBhvr>
                                      <p:tavLst>
                                        <p:tav tm="0">
                                          <p:val>
                                            <p:fltVal val="0"/>
                                          </p:val>
                                        </p:tav>
                                        <p:tav tm="100000">
                                          <p:val>
                                            <p:strVal val="#ppt_w"/>
                                          </p:val>
                                        </p:tav>
                                      </p:tavLst>
                                    </p:anim>
                                    <p:anim calcmode="lin" valueType="num">
                                      <p:cBhvr>
                                        <p:cTn id="49" dur="500" fill="hold"/>
                                        <p:tgtEl>
                                          <p:spTgt spid="150585"/>
                                        </p:tgtEl>
                                        <p:attrNameLst>
                                          <p:attrName>ppt_h</p:attrName>
                                        </p:attrNameLst>
                                      </p:cBhvr>
                                      <p:tavLst>
                                        <p:tav tm="0">
                                          <p:val>
                                            <p:fltVal val="0"/>
                                          </p:val>
                                        </p:tav>
                                        <p:tav tm="100000">
                                          <p:val>
                                            <p:strVal val="#ppt_h"/>
                                          </p:val>
                                        </p:tav>
                                      </p:tavLst>
                                    </p:anim>
                                    <p:animEffect transition="in" filter="fade">
                                      <p:cBhvr>
                                        <p:cTn id="50" dur="500"/>
                                        <p:tgtEl>
                                          <p:spTgt spid="150585"/>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150577"/>
                                        </p:tgtEl>
                                        <p:attrNameLst>
                                          <p:attrName>style.visibility</p:attrName>
                                        </p:attrNameLst>
                                      </p:cBhvr>
                                      <p:to>
                                        <p:strVal val="visible"/>
                                      </p:to>
                                    </p:set>
                                    <p:anim calcmode="lin" valueType="num">
                                      <p:cBhvr>
                                        <p:cTn id="55" dur="500" fill="hold"/>
                                        <p:tgtEl>
                                          <p:spTgt spid="150577"/>
                                        </p:tgtEl>
                                        <p:attrNameLst>
                                          <p:attrName>ppt_w</p:attrName>
                                        </p:attrNameLst>
                                      </p:cBhvr>
                                      <p:tavLst>
                                        <p:tav tm="0">
                                          <p:val>
                                            <p:fltVal val="0"/>
                                          </p:val>
                                        </p:tav>
                                        <p:tav tm="100000">
                                          <p:val>
                                            <p:strVal val="#ppt_w"/>
                                          </p:val>
                                        </p:tav>
                                      </p:tavLst>
                                    </p:anim>
                                    <p:anim calcmode="lin" valueType="num">
                                      <p:cBhvr>
                                        <p:cTn id="56" dur="500" fill="hold"/>
                                        <p:tgtEl>
                                          <p:spTgt spid="150577"/>
                                        </p:tgtEl>
                                        <p:attrNameLst>
                                          <p:attrName>ppt_h</p:attrName>
                                        </p:attrNameLst>
                                      </p:cBhvr>
                                      <p:tavLst>
                                        <p:tav tm="0">
                                          <p:val>
                                            <p:fltVal val="0"/>
                                          </p:val>
                                        </p:tav>
                                        <p:tav tm="100000">
                                          <p:val>
                                            <p:strVal val="#ppt_h"/>
                                          </p:val>
                                        </p:tav>
                                      </p:tavLst>
                                    </p:anim>
                                    <p:animEffect transition="in" filter="fade">
                                      <p:cBhvr>
                                        <p:cTn id="57" dur="500"/>
                                        <p:tgtEl>
                                          <p:spTgt spid="150577"/>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50586"/>
                                        </p:tgtEl>
                                        <p:attrNameLst>
                                          <p:attrName>style.visibility</p:attrName>
                                        </p:attrNameLst>
                                      </p:cBhvr>
                                      <p:to>
                                        <p:strVal val="visible"/>
                                      </p:to>
                                    </p:set>
                                    <p:anim calcmode="lin" valueType="num">
                                      <p:cBhvr>
                                        <p:cTn id="60" dur="500" fill="hold"/>
                                        <p:tgtEl>
                                          <p:spTgt spid="150586"/>
                                        </p:tgtEl>
                                        <p:attrNameLst>
                                          <p:attrName>ppt_w</p:attrName>
                                        </p:attrNameLst>
                                      </p:cBhvr>
                                      <p:tavLst>
                                        <p:tav tm="0">
                                          <p:val>
                                            <p:fltVal val="0"/>
                                          </p:val>
                                        </p:tav>
                                        <p:tav tm="100000">
                                          <p:val>
                                            <p:strVal val="#ppt_w"/>
                                          </p:val>
                                        </p:tav>
                                      </p:tavLst>
                                    </p:anim>
                                    <p:anim calcmode="lin" valueType="num">
                                      <p:cBhvr>
                                        <p:cTn id="61" dur="500" fill="hold"/>
                                        <p:tgtEl>
                                          <p:spTgt spid="150586"/>
                                        </p:tgtEl>
                                        <p:attrNameLst>
                                          <p:attrName>ppt_h</p:attrName>
                                        </p:attrNameLst>
                                      </p:cBhvr>
                                      <p:tavLst>
                                        <p:tav tm="0">
                                          <p:val>
                                            <p:fltVal val="0"/>
                                          </p:val>
                                        </p:tav>
                                        <p:tav tm="100000">
                                          <p:val>
                                            <p:strVal val="#ppt_h"/>
                                          </p:val>
                                        </p:tav>
                                      </p:tavLst>
                                    </p:anim>
                                    <p:animEffect transition="in" filter="fade">
                                      <p:cBhvr>
                                        <p:cTn id="62" dur="500"/>
                                        <p:tgtEl>
                                          <p:spTgt spid="150586"/>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150581"/>
                                        </p:tgtEl>
                                        <p:attrNameLst>
                                          <p:attrName>style.visibility</p:attrName>
                                        </p:attrNameLst>
                                      </p:cBhvr>
                                      <p:to>
                                        <p:strVal val="visible"/>
                                      </p:to>
                                    </p:set>
                                    <p:anim calcmode="lin" valueType="num">
                                      <p:cBhvr>
                                        <p:cTn id="67" dur="500" fill="hold"/>
                                        <p:tgtEl>
                                          <p:spTgt spid="150581"/>
                                        </p:tgtEl>
                                        <p:attrNameLst>
                                          <p:attrName>ppt_w</p:attrName>
                                        </p:attrNameLst>
                                      </p:cBhvr>
                                      <p:tavLst>
                                        <p:tav tm="0">
                                          <p:val>
                                            <p:fltVal val="0"/>
                                          </p:val>
                                        </p:tav>
                                        <p:tav tm="100000">
                                          <p:val>
                                            <p:strVal val="#ppt_w"/>
                                          </p:val>
                                        </p:tav>
                                      </p:tavLst>
                                    </p:anim>
                                    <p:anim calcmode="lin" valueType="num">
                                      <p:cBhvr>
                                        <p:cTn id="68" dur="500" fill="hold"/>
                                        <p:tgtEl>
                                          <p:spTgt spid="150581"/>
                                        </p:tgtEl>
                                        <p:attrNameLst>
                                          <p:attrName>ppt_h</p:attrName>
                                        </p:attrNameLst>
                                      </p:cBhvr>
                                      <p:tavLst>
                                        <p:tav tm="0">
                                          <p:val>
                                            <p:fltVal val="0"/>
                                          </p:val>
                                        </p:tav>
                                        <p:tav tm="100000">
                                          <p:val>
                                            <p:strVal val="#ppt_h"/>
                                          </p:val>
                                        </p:tav>
                                      </p:tavLst>
                                    </p:anim>
                                    <p:animEffect transition="in" filter="fade">
                                      <p:cBhvr>
                                        <p:cTn id="69" dur="500"/>
                                        <p:tgtEl>
                                          <p:spTgt spid="150581"/>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50587"/>
                                        </p:tgtEl>
                                        <p:attrNameLst>
                                          <p:attrName>style.visibility</p:attrName>
                                        </p:attrNameLst>
                                      </p:cBhvr>
                                      <p:to>
                                        <p:strVal val="visible"/>
                                      </p:to>
                                    </p:set>
                                    <p:anim calcmode="lin" valueType="num">
                                      <p:cBhvr>
                                        <p:cTn id="72" dur="500" fill="hold"/>
                                        <p:tgtEl>
                                          <p:spTgt spid="150587"/>
                                        </p:tgtEl>
                                        <p:attrNameLst>
                                          <p:attrName>ppt_w</p:attrName>
                                        </p:attrNameLst>
                                      </p:cBhvr>
                                      <p:tavLst>
                                        <p:tav tm="0">
                                          <p:val>
                                            <p:fltVal val="0"/>
                                          </p:val>
                                        </p:tav>
                                        <p:tav tm="100000">
                                          <p:val>
                                            <p:strVal val="#ppt_w"/>
                                          </p:val>
                                        </p:tav>
                                      </p:tavLst>
                                    </p:anim>
                                    <p:anim calcmode="lin" valueType="num">
                                      <p:cBhvr>
                                        <p:cTn id="73" dur="500" fill="hold"/>
                                        <p:tgtEl>
                                          <p:spTgt spid="150587"/>
                                        </p:tgtEl>
                                        <p:attrNameLst>
                                          <p:attrName>ppt_h</p:attrName>
                                        </p:attrNameLst>
                                      </p:cBhvr>
                                      <p:tavLst>
                                        <p:tav tm="0">
                                          <p:val>
                                            <p:fltVal val="0"/>
                                          </p:val>
                                        </p:tav>
                                        <p:tav tm="100000">
                                          <p:val>
                                            <p:strVal val="#ppt_h"/>
                                          </p:val>
                                        </p:tav>
                                      </p:tavLst>
                                    </p:anim>
                                    <p:animEffect transition="in" filter="fade">
                                      <p:cBhvr>
                                        <p:cTn id="74" dur="500"/>
                                        <p:tgtEl>
                                          <p:spTgt spid="150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82" grpId="0"/>
      <p:bldP spid="150583" grpId="0"/>
      <p:bldP spid="150584" grpId="0"/>
      <p:bldP spid="150585" grpId="0"/>
      <p:bldP spid="150586" grpId="0"/>
      <p:bldP spid="15058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AF297-8557-57A8-121D-5D1C3805E94E}"/>
              </a:ext>
            </a:extLst>
          </p:cNvPr>
          <p:cNvSpPr>
            <a:spLocks noGrp="1"/>
          </p:cNvSpPr>
          <p:nvPr>
            <p:ph type="title"/>
          </p:nvPr>
        </p:nvSpPr>
        <p:spPr>
          <a:xfrm>
            <a:off x="411373" y="301486"/>
            <a:ext cx="8705126" cy="594360"/>
          </a:xfrm>
        </p:spPr>
        <p:txBody>
          <a:bodyPr/>
          <a:lstStyle/>
          <a:p>
            <a:r>
              <a:rPr lang="en-US" dirty="0"/>
              <a:t>AI Roundtable - Questions</a:t>
            </a:r>
          </a:p>
        </p:txBody>
      </p:sp>
      <p:sp>
        <p:nvSpPr>
          <p:cNvPr id="3" name="Text Placeholder 2">
            <a:extLst>
              <a:ext uri="{FF2B5EF4-FFF2-40B4-BE49-F238E27FC236}">
                <a16:creationId xmlns:a16="http://schemas.microsoft.com/office/drawing/2014/main" id="{E580CCD5-1DDB-CE9B-4D59-11E8BCC0A81C}"/>
              </a:ext>
            </a:extLst>
          </p:cNvPr>
          <p:cNvSpPr>
            <a:spLocks noGrp="1"/>
          </p:cNvSpPr>
          <p:nvPr>
            <p:ph type="body" sz="quarter" idx="13"/>
          </p:nvPr>
        </p:nvSpPr>
        <p:spPr>
          <a:xfrm>
            <a:off x="411373" y="1551772"/>
            <a:ext cx="11118317" cy="1214633"/>
          </a:xfrm>
        </p:spPr>
        <p:txBody>
          <a:bodyPr/>
          <a:lstStyle/>
          <a:p>
            <a:pPr marL="457200" indent="-457200">
              <a:buAutoNum type="arabicPeriod"/>
            </a:pPr>
            <a:r>
              <a:rPr lang="en-US" sz="1400" dirty="0"/>
              <a:t>How has AI changed since your first exposure?</a:t>
            </a:r>
          </a:p>
          <a:p>
            <a:pPr marL="457200" indent="-457200">
              <a:buAutoNum type="arabicPeriod"/>
            </a:pPr>
            <a:r>
              <a:rPr lang="en-US" sz="1400" dirty="0"/>
              <a:t>As a business leader, what will you do, or have done, or will not do to empower your business and technology leaders to leverage AI?</a:t>
            </a:r>
          </a:p>
          <a:p>
            <a:pPr marL="457200" indent="-457200">
              <a:buAutoNum type="arabicPeriod"/>
            </a:pPr>
            <a:r>
              <a:rPr lang="en-US" sz="1400" dirty="0"/>
              <a:t>There has been a lot of news recently on the cost of AI (tokens). What are your thoughts on these skyrocketing costs , and will this affect your decision to start and/or continue with AI?</a:t>
            </a:r>
          </a:p>
          <a:p>
            <a:pPr marL="457200" indent="-457200">
              <a:buAutoNum type="arabicPeriod"/>
            </a:pPr>
            <a:r>
              <a:rPr lang="en-US" sz="1400" dirty="0"/>
              <a:t>What are your thoughts on the recent news that the AI apocalypse (loss of jobs) is overblown? (i.e., News such as “CEOs are uniquely prone to AI psychosis because they are sufficiently distance from the “last mile of work” that still needs to happen to generate the most value with AI”)</a:t>
            </a:r>
          </a:p>
          <a:p>
            <a:pPr marL="457200" indent="-457200">
              <a:buAutoNum type="arabicPeriod"/>
            </a:pPr>
            <a:r>
              <a:rPr lang="en-US" sz="1400" dirty="0"/>
              <a:t>How are your teams/company using AI today?</a:t>
            </a:r>
          </a:p>
          <a:p>
            <a:pPr marL="457200" indent="-457200">
              <a:buAutoNum type="arabicPeriod"/>
            </a:pPr>
            <a:r>
              <a:rPr lang="en-US" sz="1400" dirty="0"/>
              <a:t>Soaring AI investment reflects a belief in AI to create value but also raises expectations and shortens patience for strategies that do not translate into immediate results. Thoughts?</a:t>
            </a:r>
          </a:p>
          <a:p>
            <a:pPr marL="457200" indent="-457200">
              <a:buAutoNum type="arabicPeriod"/>
            </a:pPr>
            <a:r>
              <a:rPr lang="en-US" sz="1400" dirty="0"/>
              <a:t>What about AI are your concerned and excited about?</a:t>
            </a:r>
          </a:p>
          <a:p>
            <a:pPr marL="457200" indent="-457200">
              <a:buAutoNum type="arabicPeriod"/>
            </a:pPr>
            <a:r>
              <a:rPr lang="en-US" sz="1400" dirty="0"/>
              <a:t>Now speaking about development, are you leveraging AI to develop your product/solutions and what are your insights?</a:t>
            </a:r>
          </a:p>
          <a:p>
            <a:pPr marL="457200" indent="-457200">
              <a:buAutoNum type="arabicPeriod"/>
            </a:pPr>
            <a:endParaRPr lang="en-US" sz="1400" dirty="0"/>
          </a:p>
        </p:txBody>
      </p:sp>
      <p:sp>
        <p:nvSpPr>
          <p:cNvPr id="16" name="Slide Number Placeholder 15">
            <a:extLst>
              <a:ext uri="{FF2B5EF4-FFF2-40B4-BE49-F238E27FC236}">
                <a16:creationId xmlns:a16="http://schemas.microsoft.com/office/drawing/2014/main" id="{C8867518-947C-3C65-154C-A0EBAFA51F4B}"/>
              </a:ext>
            </a:extLst>
          </p:cNvPr>
          <p:cNvSpPr>
            <a:spLocks noGrp="1"/>
          </p:cNvSpPr>
          <p:nvPr>
            <p:ph type="sldNum" sz="quarter" idx="26"/>
          </p:nvPr>
        </p:nvSpPr>
        <p:spPr/>
        <p:txBody>
          <a:bodyPr/>
          <a:lstStyle/>
          <a:p>
            <a:pPr>
              <a:defRPr/>
            </a:pPr>
            <a:r>
              <a:rPr lang="en-US"/>
              <a:t>Page </a:t>
            </a:r>
            <a:fld id="{CD618213-A866-413B-B068-4DD9A4BAFB41}" type="slidenum">
              <a:rPr smtClean="0"/>
              <a:pPr>
                <a:defRPr/>
              </a:pPr>
              <a:t>3</a:t>
            </a:fld>
            <a:endParaRPr dirty="0"/>
          </a:p>
        </p:txBody>
      </p:sp>
    </p:spTree>
    <p:extLst>
      <p:ext uri="{BB962C8B-B14F-4D97-AF65-F5344CB8AC3E}">
        <p14:creationId xmlns:p14="http://schemas.microsoft.com/office/powerpoint/2010/main" val="898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FC2C-5A08-6F46-8E65-E43E85D295D3}"/>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196893284"/>
      </p:ext>
    </p:extLst>
  </p:cSld>
  <p:clrMapOvr>
    <a:masterClrMapping/>
  </p:clrMapOvr>
</p:sld>
</file>

<file path=ppt/theme/theme1.xml><?xml version="1.0" encoding="utf-8"?>
<a:theme xmlns:a="http://schemas.openxmlformats.org/drawingml/2006/main" name="Office Theme">
  <a:themeElements>
    <a:clrScheme name="Sage 2022 PPT template">
      <a:dk1>
        <a:srgbClr val="000000"/>
      </a:dk1>
      <a:lt1>
        <a:srgbClr val="FFFFFF"/>
      </a:lt1>
      <a:dk2>
        <a:srgbClr val="00D639"/>
      </a:dk2>
      <a:lt2>
        <a:srgbClr val="FFFFFF"/>
      </a:lt2>
      <a:accent1>
        <a:srgbClr val="00A65C"/>
      </a:accent1>
      <a:accent2>
        <a:srgbClr val="006362"/>
      </a:accent2>
      <a:accent3>
        <a:srgbClr val="00293F"/>
      </a:accent3>
      <a:accent4>
        <a:srgbClr val="003D3C"/>
      </a:accent4>
      <a:accent5>
        <a:srgbClr val="003652"/>
      </a:accent5>
      <a:accent6>
        <a:srgbClr val="001C2D"/>
      </a:accent6>
      <a:hlink>
        <a:srgbClr val="00A02B"/>
      </a:hlink>
      <a:folHlink>
        <a:srgbClr val="00D639"/>
      </a:folHlink>
    </a:clrScheme>
    <a:fontScheme name="Sage New Brand_Mar2022">
      <a:majorFont>
        <a:latin typeface="Sage Headline Black"/>
        <a:ea typeface=""/>
        <a:cs typeface=""/>
      </a:majorFont>
      <a:minorFont>
        <a:latin typeface="Sage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cap="rnd">
          <a:solidFill>
            <a:schemeClr val="tx2"/>
          </a:solidFill>
          <a:round/>
        </a:ln>
      </a:spPr>
      <a:bodyPr rtlCol="0" anchor="ctr"/>
      <a:lstStyle>
        <a:defPPr algn="ctr">
          <a:defRPr sz="1200" b="1" dirty="0" err="1">
            <a:solidFill>
              <a:schemeClr val="tx1"/>
            </a:solidFill>
            <a:latin typeface="Sage Text" panose="02010503040201060103" pitchFamily="2" charset="77"/>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rnd">
          <a:solidFill>
            <a:schemeClr val="tx2"/>
          </a:solidFill>
          <a:roun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b="0" i="0" dirty="0" err="1" smtClean="0">
            <a:solidFill>
              <a:schemeClr val="tx1"/>
            </a:solidFill>
            <a:latin typeface="Sage Text" panose="02010503040201060103" pitchFamily="2" charset="77"/>
          </a:defRPr>
        </a:defPPr>
      </a:lstStyle>
    </a:txDef>
  </a:objectDefaults>
  <a:extraClrSchemeLst/>
  <a:extLst>
    <a:ext uri="{05A4C25C-085E-4340-85A3-A5531E510DB2}">
      <thm15:themeFamily xmlns:thm15="http://schemas.microsoft.com/office/thememl/2012/main" name="Presentation1" id="{01E03AEB-C29B-1A42-B938-A236DE6A277A}" vid="{65C6A350-D52B-C749-8446-4ADD4E5F0B16}"/>
    </a:ext>
  </a:extLst>
</a:theme>
</file>

<file path=ppt/theme/theme2.xml><?xml version="1.0" encoding="utf-8"?>
<a:theme xmlns:a="http://schemas.openxmlformats.org/drawingml/2006/main" name="SAGE 2023 MASTER">
  <a:themeElements>
    <a:clrScheme name="Sage 2023 1">
      <a:dk1>
        <a:srgbClr val="000000"/>
      </a:dk1>
      <a:lt1>
        <a:srgbClr val="FFFFFF"/>
      </a:lt1>
      <a:dk2>
        <a:srgbClr val="00D639"/>
      </a:dk2>
      <a:lt2>
        <a:srgbClr val="FFFFFF"/>
      </a:lt2>
      <a:accent1>
        <a:srgbClr val="00A65C"/>
      </a:accent1>
      <a:accent2>
        <a:srgbClr val="006361"/>
      </a:accent2>
      <a:accent3>
        <a:srgbClr val="00283F"/>
      </a:accent3>
      <a:accent4>
        <a:srgbClr val="491828"/>
      </a:accent4>
      <a:accent5>
        <a:srgbClr val="A13828"/>
      </a:accent5>
      <a:accent6>
        <a:srgbClr val="E98709"/>
      </a:accent6>
      <a:hlink>
        <a:srgbClr val="00A02B"/>
      </a:hlink>
      <a:folHlink>
        <a:srgbClr val="00D639"/>
      </a:folHlink>
    </a:clrScheme>
    <a:fontScheme name="Sage New Brand_Mar2022">
      <a:majorFont>
        <a:latin typeface="Sage Headline Black"/>
        <a:ea typeface=""/>
        <a:cs typeface=""/>
      </a:majorFont>
      <a:minorFont>
        <a:latin typeface="Sage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cap="rnd">
          <a:solidFill>
            <a:schemeClr val="tx2"/>
          </a:solidFill>
          <a:round/>
        </a:ln>
      </a:spPr>
      <a:bodyPr rtlCol="0" anchor="ctr"/>
      <a:lstStyle>
        <a:defPPr algn="ctr">
          <a:defRPr sz="1200" b="1" dirty="0" err="1">
            <a:solidFill>
              <a:schemeClr val="tx1"/>
            </a:solidFill>
            <a:latin typeface="Sage Text" panose="02010503040201060103" pitchFamily="2" charset="77"/>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rnd">
          <a:solidFill>
            <a:schemeClr val="tx2"/>
          </a:solidFill>
          <a:roun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b="0" i="0" dirty="0" err="1" smtClean="0">
            <a:solidFill>
              <a:schemeClr val="tx1"/>
            </a:solidFill>
            <a:latin typeface="Sage Text" panose="02010503040201060103" pitchFamily="2" charset="77"/>
          </a:defRPr>
        </a:defPPr>
      </a:lstStyle>
    </a:txDef>
  </a:objectDefaults>
  <a:extraClrSchemeLst/>
  <a:extLst>
    <a:ext uri="{05A4C25C-085E-4340-85A3-A5531E510DB2}">
      <thm15:themeFamily xmlns:thm15="http://schemas.microsoft.com/office/thememl/2012/main" name="Presentation6" id="{887E5751-22BF-A741-9C00-54FC8ABFD4F4}" vid="{BD78E863-6051-D349-A0FE-C58B89228BED}"/>
    </a:ext>
  </a:extLst>
</a:theme>
</file>

<file path=ppt/theme/theme3.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Arial"/>
        <a:ea typeface="Arial"/>
        <a:cs typeface="Arial"/>
      </a:majorFont>
      <a:minorFont>
        <a:latin typeface="Arial"/>
        <a:ea typeface="Arial"/>
        <a:cs typeface="Arial"/>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6400" b="0" i="1" u="none" strike="noStrike" cap="none" spc="0" normalizeH="0" baseline="0">
            <a:ln>
              <a:noFill/>
            </a:ln>
            <a:solidFill>
              <a:srgbClr val="75787B"/>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C2160A159DD14D85508640BFB737CF" ma:contentTypeVersion="4" ma:contentTypeDescription="Crée un document." ma:contentTypeScope="" ma:versionID="df00eaa9ff467a8ab1b3e514f174187b">
  <xsd:schema xmlns:xsd="http://www.w3.org/2001/XMLSchema" xmlns:xs="http://www.w3.org/2001/XMLSchema" xmlns:p="http://schemas.microsoft.com/office/2006/metadata/properties" xmlns:ns2="f4523478-a9a8-48e0-b5df-dd5c67aa65a2" xmlns:ns3="69d63dee-5845-4498-89bc-0bdb9adc99b5" targetNamespace="http://schemas.microsoft.com/office/2006/metadata/properties" ma:root="true" ma:fieldsID="61d6436502bf3785c40d3390589220aa" ns2:_="" ns3:_="">
    <xsd:import namespace="f4523478-a9a8-48e0-b5df-dd5c67aa65a2"/>
    <xsd:import namespace="69d63dee-5845-4498-89bc-0bdb9adc99b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523478-a9a8-48e0-b5df-dd5c67aa65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d63dee-5845-4498-89bc-0bdb9adc99b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8F07F45-C89F-493A-B92A-F652F03230A6}">
  <ds:schemaRefs>
    <ds:schemaRef ds:uri="http://schemas.microsoft.com/sharepoint/v3/contenttype/forms"/>
  </ds:schemaRefs>
</ds:datastoreItem>
</file>

<file path=customXml/itemProps2.xml><?xml version="1.0" encoding="utf-8"?>
<ds:datastoreItem xmlns:ds="http://schemas.openxmlformats.org/officeDocument/2006/customXml" ds:itemID="{1EDE5C66-C16E-402E-9783-54399E035E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4523478-a9a8-48e0-b5df-dd5c67aa65a2"/>
    <ds:schemaRef ds:uri="69d63dee-5845-4498-89bc-0bdb9adc99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E8CCD3-1844-47C3-8C93-A5476582F230}">
  <ds:schemaRefs>
    <ds:schemaRef ds:uri="http://www.w3.org/XML/1998/namespace"/>
    <ds:schemaRef ds:uri="http://purl.org/dc/terms/"/>
    <ds:schemaRef ds:uri="http://purl.org/dc/elements/1.1/"/>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69d63dee-5845-4498-89bc-0bdb9adc99b5"/>
    <ds:schemaRef ds:uri="f4523478-a9a8-48e0-b5df-dd5c67aa65a2"/>
  </ds:schemaRefs>
</ds:datastoreItem>
</file>

<file path=docProps/app.xml><?xml version="1.0" encoding="utf-8"?>
<Properties xmlns="http://schemas.openxmlformats.org/officeDocument/2006/extended-properties" xmlns:vt="http://schemas.openxmlformats.org/officeDocument/2006/docPropsVTypes">
  <Template>Sage_Brand_PowerPoint_Template_May2021</Template>
  <TotalTime>46869</TotalTime>
  <Words>300</Words>
  <Application>Microsoft Office PowerPoint</Application>
  <PresentationFormat>Custom</PresentationFormat>
  <Paragraphs>45</Paragraphs>
  <Slides>4</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vt:i4>
      </vt:variant>
    </vt:vector>
  </HeadingPairs>
  <TitlesOfParts>
    <vt:vector size="12" baseType="lpstr">
      <vt:lpstr>Arial</vt:lpstr>
      <vt:lpstr>Arial Regular</vt:lpstr>
      <vt:lpstr>Helvetica Neue</vt:lpstr>
      <vt:lpstr>Sage Headline Black</vt:lpstr>
      <vt:lpstr>Sage Text</vt:lpstr>
      <vt:lpstr>Sage Text Light</vt:lpstr>
      <vt:lpstr>Office Theme</vt:lpstr>
      <vt:lpstr>SAGE 2023 MASTER</vt:lpstr>
      <vt:lpstr>Sage Center of Excellence Series AI – What’s real</vt:lpstr>
      <vt:lpstr>AI Roundtable</vt:lpstr>
      <vt:lpstr>AI Roundtable -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Sage PowerPoint Template</dc:title>
  <dc:creator>GOUX, Emilie</dc:creator>
  <cp:lastModifiedBy>Thomas, John</cp:lastModifiedBy>
  <cp:revision>333</cp:revision>
  <cp:lastPrinted>2017-11-01T18:10:23Z</cp:lastPrinted>
  <dcterms:created xsi:type="dcterms:W3CDTF">2021-05-10T06:46:55Z</dcterms:created>
  <dcterms:modified xsi:type="dcterms:W3CDTF">2026-06-03T19:44:26Z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0x01010009C2160A159DD14D85508640BFB737CF</vt:lpwstr>
  </property>
</Properties>
</file>